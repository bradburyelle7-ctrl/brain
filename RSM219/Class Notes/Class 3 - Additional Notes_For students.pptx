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3.xml" ContentType="application/vnd.openxmlformats-officedocument.theme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134" r:id="rId4"/>
    <p:sldMasterId id="2147484169" r:id="rId5"/>
    <p:sldMasterId id="2147484309" r:id="rId6"/>
    <p:sldMasterId id="2147484274" r:id="rId7"/>
  </p:sldMasterIdLst>
  <p:notesMasterIdLst>
    <p:notesMasterId r:id="rId18"/>
  </p:notesMasterIdLst>
  <p:handoutMasterIdLst>
    <p:handoutMasterId r:id="rId19"/>
  </p:handoutMasterIdLst>
  <p:sldIdLst>
    <p:sldId id="702" r:id="rId8"/>
    <p:sldId id="543" r:id="rId9"/>
    <p:sldId id="703" r:id="rId10"/>
    <p:sldId id="706" r:id="rId11"/>
    <p:sldId id="712" r:id="rId12"/>
    <p:sldId id="707" r:id="rId13"/>
    <p:sldId id="709" r:id="rId14"/>
    <p:sldId id="710" r:id="rId15"/>
    <p:sldId id="711" r:id="rId16"/>
    <p:sldId id="713" r:id="rId1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lue" id="{F70185AB-FB02-1B48-93B8-23E3112FE21D}">
          <p14:sldIdLst/>
        </p14:section>
        <p14:section name="Teal" id="{EE38B929-0D8F-4368-9A62-5337675052CF}">
          <p14:sldIdLst/>
        </p14:section>
        <p14:section name="Dark Green" id="{E8C83152-BCAE-364A-8D2E-ED19D7400CAA}">
          <p14:sldIdLst>
            <p14:sldId id="702"/>
            <p14:sldId id="543"/>
            <p14:sldId id="703"/>
            <p14:sldId id="706"/>
            <p14:sldId id="712"/>
            <p14:sldId id="707"/>
            <p14:sldId id="709"/>
            <p14:sldId id="710"/>
            <p14:sldId id="711"/>
            <p14:sldId id="713"/>
          </p14:sldIdLst>
        </p14:section>
        <p14:section name="Light Green" id="{C19DA624-903F-2547-AF47-DEA2889DE695}">
          <p14:sldIdLst/>
        </p14:section>
        <p14:section name="Dark Pink" id="{67953373-5F29-794E-8089-A66C86E4968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8466"/>
    <a:srgbClr val="009999"/>
    <a:srgbClr val="0AAD88"/>
    <a:srgbClr val="3F820D"/>
    <a:srgbClr val="0676D8"/>
    <a:srgbClr val="B6CD2D"/>
    <a:srgbClr val="0F8198"/>
    <a:srgbClr val="42C4DD"/>
    <a:srgbClr val="ED037C"/>
    <a:srgbClr val="FCAF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5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628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therine Barrette" userId="934e3c1f-b3c6-4344-b394-a721bf29784a" providerId="ADAL" clId="{622829AB-FF30-495E-BD6B-E34ED71263C1}"/>
    <pc:docChg chg="custSel modSld">
      <pc:chgData name="Catherine Barrette" userId="934e3c1f-b3c6-4344-b394-a721bf29784a" providerId="ADAL" clId="{622829AB-FF30-495E-BD6B-E34ED71263C1}" dt="2025-09-16T15:32:46.601" v="1" actId="478"/>
      <pc:docMkLst>
        <pc:docMk/>
      </pc:docMkLst>
      <pc:sldChg chg="delSp modSp mod">
        <pc:chgData name="Catherine Barrette" userId="934e3c1f-b3c6-4344-b394-a721bf29784a" providerId="ADAL" clId="{622829AB-FF30-495E-BD6B-E34ED71263C1}" dt="2025-09-16T15:32:46.601" v="1" actId="478"/>
        <pc:sldMkLst>
          <pc:docMk/>
          <pc:sldMk cId="7706038" sldId="543"/>
        </pc:sldMkLst>
      </pc:sldChg>
    </pc:docChg>
  </pc:docChgLst>
  <pc:docChgLst>
    <pc:chgData name="Catherine Barrette" userId="934e3c1f-b3c6-4344-b394-a721bf29784a" providerId="ADAL" clId="{CFFBA93A-A8FC-4D9C-B7D8-2DAFE7CCB9A4}"/>
    <pc:docChg chg="undo custSel addSld delSld modSld modSection">
      <pc:chgData name="Catherine Barrette" userId="934e3c1f-b3c6-4344-b394-a721bf29784a" providerId="ADAL" clId="{CFFBA93A-A8FC-4D9C-B7D8-2DAFE7CCB9A4}" dt="2025-01-21T14:14:31.975" v="3" actId="20577"/>
      <pc:docMkLst>
        <pc:docMk/>
      </pc:docMkLst>
      <pc:sldChg chg="del">
        <pc:chgData name="Catherine Barrette" userId="934e3c1f-b3c6-4344-b394-a721bf29784a" providerId="ADAL" clId="{CFFBA93A-A8FC-4D9C-B7D8-2DAFE7CCB9A4}" dt="2025-01-21T13:57:12.128" v="2" actId="47"/>
        <pc:sldMkLst>
          <pc:docMk/>
          <pc:sldMk cId="645993148" sldId="705"/>
        </pc:sldMkLst>
      </pc:sldChg>
      <pc:sldChg chg="add del">
        <pc:chgData name="Catherine Barrette" userId="934e3c1f-b3c6-4344-b394-a721bf29784a" providerId="ADAL" clId="{CFFBA93A-A8FC-4D9C-B7D8-2DAFE7CCB9A4}" dt="2025-01-21T13:57:09.364" v="1" actId="47"/>
        <pc:sldMkLst>
          <pc:docMk/>
          <pc:sldMk cId="446315224" sldId="707"/>
        </pc:sldMkLst>
      </pc:sldChg>
      <pc:sldChg chg="modSp mod">
        <pc:chgData name="Catherine Barrette" userId="934e3c1f-b3c6-4344-b394-a721bf29784a" providerId="ADAL" clId="{CFFBA93A-A8FC-4D9C-B7D8-2DAFE7CCB9A4}" dt="2025-01-21T14:14:31.975" v="3" actId="20577"/>
        <pc:sldMkLst>
          <pc:docMk/>
          <pc:sldMk cId="294746128" sldId="712"/>
        </pc:sldMkLst>
      </pc:sldChg>
    </pc:docChg>
  </pc:docChgLst>
  <pc:docChgLst>
    <pc:chgData name="Catherine Barrette" userId="934e3c1f-b3c6-4344-b394-a721bf29784a" providerId="ADAL" clId="{D02F0A0C-C855-47AF-9036-C4EDCB0A6749}"/>
    <pc:docChg chg="modSld">
      <pc:chgData name="Catherine Barrette" userId="934e3c1f-b3c6-4344-b394-a721bf29784a" providerId="ADAL" clId="{D02F0A0C-C855-47AF-9036-C4EDCB0A6749}" dt="2025-09-26T14:23:57.978" v="31" actId="20577"/>
      <pc:docMkLst>
        <pc:docMk/>
      </pc:docMkLst>
      <pc:sldChg chg="modSp mod">
        <pc:chgData name="Catherine Barrette" userId="934e3c1f-b3c6-4344-b394-a721bf29784a" providerId="ADAL" clId="{D02F0A0C-C855-47AF-9036-C4EDCB0A6749}" dt="2025-09-26T14:23:57.978" v="31" actId="20577"/>
        <pc:sldMkLst>
          <pc:docMk/>
          <pc:sldMk cId="383602789" sldId="710"/>
        </pc:sldMkLst>
        <pc:spChg chg="mod">
          <ac:chgData name="Catherine Barrette" userId="934e3c1f-b3c6-4344-b394-a721bf29784a" providerId="ADAL" clId="{D02F0A0C-C855-47AF-9036-C4EDCB0A6749}" dt="2025-09-26T14:23:57.978" v="31" actId="20577"/>
          <ac:spMkLst>
            <pc:docMk/>
            <pc:sldMk cId="383602789" sldId="710"/>
            <ac:spMk id="2" creationId="{9DD7FAAF-BFE5-6D62-C7A6-FBE4EB9709B8}"/>
          </ac:spMkLst>
        </pc:spChg>
        <pc:spChg chg="mod">
          <ac:chgData name="Catherine Barrette" userId="934e3c1f-b3c6-4344-b394-a721bf29784a" providerId="ADAL" clId="{D02F0A0C-C855-47AF-9036-C4EDCB0A6749}" dt="2025-09-26T14:23:50.175" v="11" actId="20577"/>
          <ac:spMkLst>
            <pc:docMk/>
            <pc:sldMk cId="383602789" sldId="710"/>
            <ac:spMk id="11" creationId="{CD969483-5D7D-EE1C-0A05-9AF7F444623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71082C1-7DD3-4649-B56E-7C6CE483EC4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813F57-DC00-0543-84B5-2553B24EC4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7402E4-D4EB-2440-9E42-A3DD75922E3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CD1534-DD25-DA4B-B62C-0445548CF9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16F12-990A-E24D-B0B9-135CCA9181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408D0C-E303-FC45-8B9B-507E5D0A6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6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02D78-51E2-0444-B006-2505208330D5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2E790-B81F-6440-88BE-3431545F6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0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2E790-B81F-6440-88BE-3431545F6C9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749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2E790-B81F-6440-88BE-3431545F6C9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690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png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41B89F0A-60CD-104B-A7D8-98034312758C}"/>
              </a:ext>
            </a:extLst>
          </p:cNvPr>
          <p:cNvSpPr/>
          <p:nvPr userDrawn="1"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42C4DD"/>
          </a:solidFill>
        </p:spPr>
        <p:txBody>
          <a:bodyPr wrap="square" lIns="0" tIns="0" rIns="0" bIns="0" rtlCol="0"/>
          <a:lstStyle/>
          <a:p>
            <a:endParaRPr>
              <a:solidFill>
                <a:srgbClr val="3989C9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E24D017-076C-4992-843C-900E841E09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8343" y="6235600"/>
            <a:ext cx="1822026" cy="210552"/>
          </a:xfrm>
          <a:prstGeom prst="rect">
            <a:avLst/>
          </a:prstGeom>
        </p:spPr>
      </p:pic>
      <p:sp>
        <p:nvSpPr>
          <p:cNvPr id="16" name="object 10">
            <a:extLst>
              <a:ext uri="{FF2B5EF4-FFF2-40B4-BE49-F238E27FC236}">
                <a16:creationId xmlns:a16="http://schemas.microsoft.com/office/drawing/2014/main" id="{9BBDD738-26E3-40EA-AEEA-003878547664}"/>
              </a:ext>
            </a:extLst>
          </p:cNvPr>
          <p:cNvSpPr/>
          <p:nvPr userDrawn="1"/>
        </p:nvSpPr>
        <p:spPr>
          <a:xfrm>
            <a:off x="457200" y="6552109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BF3A1261-11D3-804B-98FF-89FF7DF4BDDA}"/>
              </a:ext>
            </a:extLst>
          </p:cNvPr>
          <p:cNvSpPr/>
          <p:nvPr userDrawn="1"/>
        </p:nvSpPr>
        <p:spPr>
          <a:xfrm>
            <a:off x="457200" y="6552109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Picture 17" descr="A picture containing text&#10;&#10;Description automatically generated">
            <a:extLst>
              <a:ext uri="{FF2B5EF4-FFF2-40B4-BE49-F238E27FC236}">
                <a16:creationId xmlns:a16="http://schemas.microsoft.com/office/drawing/2014/main" id="{88FF0944-E25D-4AAA-8E53-D82BB86AC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20" y="219857"/>
            <a:ext cx="2331016" cy="6585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5904A4B-0ACE-454C-B6C9-A369F893EB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88" y="5676390"/>
            <a:ext cx="2758439" cy="720956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F93CCCC-BF13-0141-8147-14D3101933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7675" y="1746250"/>
            <a:ext cx="5354638" cy="2539157"/>
          </a:xfrm>
        </p:spPr>
        <p:txBody>
          <a:bodyPr/>
          <a:lstStyle>
            <a:lvl1pPr>
              <a:defRPr sz="5500" b="1" spc="-1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9E6D872-6483-584B-9439-73A276180C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7675" y="2647435"/>
            <a:ext cx="5354638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953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41B89F0A-60CD-104B-A7D8-98034312758C}"/>
              </a:ext>
            </a:extLst>
          </p:cNvPr>
          <p:cNvSpPr/>
          <p:nvPr userDrawn="1"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42C4DD"/>
          </a:solidFill>
        </p:spPr>
        <p:txBody>
          <a:bodyPr wrap="square" lIns="0" tIns="0" rIns="0" bIns="0" rtlCol="0"/>
          <a:lstStyle/>
          <a:p>
            <a:endParaRPr>
              <a:solidFill>
                <a:srgbClr val="3989C9"/>
              </a:solidFill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BF3A1261-11D3-804B-98FF-89FF7DF4BDDA}"/>
              </a:ext>
            </a:extLst>
          </p:cNvPr>
          <p:cNvSpPr/>
          <p:nvPr userDrawn="1"/>
        </p:nvSpPr>
        <p:spPr>
          <a:xfrm>
            <a:off x="457200" y="6552109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9">
            <a:extLst>
              <a:ext uri="{FF2B5EF4-FFF2-40B4-BE49-F238E27FC236}">
                <a16:creationId xmlns:a16="http://schemas.microsoft.com/office/drawing/2014/main" id="{801CCEB6-B202-5B4D-A7F6-BE88CAB48D36}"/>
              </a:ext>
            </a:extLst>
          </p:cNvPr>
          <p:cNvSpPr/>
          <p:nvPr userDrawn="1"/>
        </p:nvSpPr>
        <p:spPr>
          <a:xfrm>
            <a:off x="9906001" y="6237965"/>
            <a:ext cx="1824368" cy="210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0F9F90-E857-1048-BFCA-4E9B42854C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179" y="303515"/>
            <a:ext cx="2165877" cy="4804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F3E588-6EC5-6C4C-A264-CFC809450C4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87" y="5676389"/>
            <a:ext cx="2758440" cy="716315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F93CCCC-BF13-0141-8147-14D3101933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7675" y="1746250"/>
            <a:ext cx="5354638" cy="2539157"/>
          </a:xfrm>
        </p:spPr>
        <p:txBody>
          <a:bodyPr/>
          <a:lstStyle>
            <a:lvl1pPr>
              <a:defRPr sz="5500" b="1" spc="-1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9E6D872-6483-584B-9439-73A276180C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7675" y="2647435"/>
            <a:ext cx="5354638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8453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41B89F0A-60CD-104B-A7D8-98034312758C}"/>
              </a:ext>
            </a:extLst>
          </p:cNvPr>
          <p:cNvSpPr/>
          <p:nvPr userDrawn="1"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42C4DD"/>
          </a:solidFill>
        </p:spPr>
        <p:txBody>
          <a:bodyPr wrap="square" lIns="0" tIns="0" rIns="0" bIns="0" rtlCol="0"/>
          <a:lstStyle/>
          <a:p>
            <a:endParaRPr>
              <a:solidFill>
                <a:srgbClr val="3989C9"/>
              </a:solidFill>
            </a:endParaRP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61DBE18F-9B85-5F4E-BBA7-A1008C0169F5}"/>
              </a:ext>
            </a:extLst>
          </p:cNvPr>
          <p:cNvSpPr/>
          <p:nvPr userDrawn="1"/>
        </p:nvSpPr>
        <p:spPr>
          <a:xfrm>
            <a:off x="457200" y="6053608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1636B5D-EDF0-1143-B5AD-1BD613B152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56" y="6208950"/>
            <a:ext cx="1320729" cy="345191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9DCFE31-6DE7-E14D-B1AC-127419A3A11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44500" y="1776939"/>
            <a:ext cx="4824413" cy="2321148"/>
          </a:xfrm>
        </p:spPr>
        <p:txBody>
          <a:bodyPr/>
          <a:lstStyle>
            <a:lvl1pPr marL="12700" marR="12700">
              <a:lnSpc>
                <a:spcPts val="5300"/>
              </a:lnSpc>
              <a:spcBef>
                <a:spcPts val="610"/>
              </a:spcBef>
              <a:defRPr sz="5500" b="1" spc="-15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55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55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55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55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12700">
              <a:lnSpc>
                <a:spcPts val="5950"/>
              </a:lnSpc>
              <a:spcBef>
                <a:spcPts val="100"/>
              </a:spcBef>
            </a:pPr>
            <a:r>
              <a:rPr lang="en-CA" spc="-145" dirty="0"/>
              <a:t>Section</a:t>
            </a:r>
            <a:r>
              <a:rPr lang="en-CA" spc="-340" dirty="0"/>
              <a:t> </a:t>
            </a:r>
            <a:r>
              <a:rPr lang="en-CA" spc="-170" dirty="0"/>
              <a:t>1:</a:t>
            </a:r>
            <a:r>
              <a:rPr lang="en-US" spc="-170" dirty="0"/>
              <a:t> </a:t>
            </a:r>
          </a:p>
          <a:p>
            <a:pPr marL="12700">
              <a:lnSpc>
                <a:spcPts val="5950"/>
              </a:lnSpc>
              <a:spcBef>
                <a:spcPts val="100"/>
              </a:spcBef>
            </a:pPr>
            <a:r>
              <a:rPr lang="en-US" spc="-170" dirty="0"/>
              <a:t>This is a longer section title</a:t>
            </a:r>
            <a:endParaRPr lang="en-CA" spc="-17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FFA1F-7458-2648-8890-A5EB032363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4500" y="4007207"/>
            <a:ext cx="3409043" cy="261610"/>
          </a:xfrm>
        </p:spPr>
        <p:txBody>
          <a:bodyPr/>
          <a:lstStyle>
            <a:lvl1pPr>
              <a:defRPr sz="1700" b="1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9CF70996-DDD5-BA45-B32D-765527635BF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0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 algn="r">
              <a:spcBef>
                <a:spcPts val="20"/>
              </a:spcBef>
            </a:pPr>
            <a:fld id="{2ED9487D-5AC4-D340-AD5D-72D20FBBF82E}" type="datetime4">
              <a:rPr lang="en-CA" spc="-5" smtClean="0">
                <a:solidFill>
                  <a:schemeClr val="tx1"/>
                </a:solidFill>
              </a:rPr>
              <a:pPr marL="12700" algn="r">
                <a:spcBef>
                  <a:spcPts val="20"/>
                </a:spcBef>
              </a:pPr>
              <a:t>September 26, 2025</a:t>
            </a:fld>
            <a:r>
              <a:rPr lang="en-CA" spc="-5" dirty="0"/>
              <a:t> </a:t>
            </a:r>
            <a:r>
              <a:rPr lang="en-CA" dirty="0"/>
              <a:t>/ </a:t>
            </a:r>
            <a:r>
              <a:rPr lang="en-CA" b="1" dirty="0">
                <a:solidFill>
                  <a:srgbClr val="000000"/>
                </a:solidFill>
              </a:rPr>
              <a:t>Presentation title</a:t>
            </a:r>
            <a:r>
              <a:rPr lang="en-CA" b="1" spc="165" dirty="0">
                <a:solidFill>
                  <a:srgbClr val="000000"/>
                </a:solidFill>
              </a:rPr>
              <a:t> </a:t>
            </a:r>
            <a:fld id="{81D60167-4931-47E6-BA6A-407CBD079E47}" type="slidenum">
              <a:rPr lang="en-CA" b="1" smtClean="0">
                <a:solidFill>
                  <a:srgbClr val="000000"/>
                </a:solidFill>
              </a:rPr>
              <a:pPr marL="12700" algn="r">
                <a:spcBef>
                  <a:spcPts val="20"/>
                </a:spcBef>
              </a:pPr>
              <a:t>‹#›</a:t>
            </a:fld>
            <a:endParaRPr lang="en-CA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 Level Introduction - Colou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A2A32B-DD25-8447-BDBA-D75CE0A3DD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0838" y="1549400"/>
            <a:ext cx="6626431" cy="1769715"/>
          </a:xfrm>
        </p:spPr>
        <p:txBody>
          <a:bodyPr/>
          <a:lstStyle>
            <a:lvl1pPr>
              <a:defRPr sz="2300" b="1">
                <a:solidFill>
                  <a:srgbClr val="0F8198"/>
                </a:solidFill>
              </a:defRPr>
            </a:lvl1pPr>
            <a:lvl2pPr>
              <a:defRPr sz="2300" b="1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622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 Level Introduction -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486577-6E5D-1F46-8DBD-1E120F03FD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0838" y="1549400"/>
            <a:ext cx="6673850" cy="1769715"/>
          </a:xfrm>
        </p:spPr>
        <p:txBody>
          <a:bodyPr/>
          <a:lstStyle>
            <a:lvl1pPr>
              <a:defRPr sz="2300" b="1">
                <a:solidFill>
                  <a:schemeClr val="tx1"/>
                </a:solidFill>
              </a:defRPr>
            </a:lvl1pPr>
            <a:lvl2pPr>
              <a:defRPr sz="23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4832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 Level Introduction | Black text on solid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55F255EC-A5C5-A146-B75F-6D2F3868884E}"/>
              </a:ext>
            </a:extLst>
          </p:cNvPr>
          <p:cNvSpPr/>
          <p:nvPr userDrawn="1"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42C4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1">
            <a:extLst>
              <a:ext uri="{FF2B5EF4-FFF2-40B4-BE49-F238E27FC236}">
                <a16:creationId xmlns:a16="http://schemas.microsoft.com/office/drawing/2014/main" id="{5531CBA8-592F-554E-968E-40947819B96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12700">
              <a:spcBef>
                <a:spcPts val="20"/>
              </a:spcBef>
            </a:pPr>
            <a:r>
              <a:rPr lang="en-US" spc="-5" dirty="0"/>
              <a:t>December 10, 2020 </a:t>
            </a:r>
            <a:r>
              <a:rPr lang="en-US" dirty="0"/>
              <a:t>/ Presented </a:t>
            </a:r>
            <a:r>
              <a:rPr lang="en-US" spc="-5" dirty="0"/>
              <a:t>by </a:t>
            </a:r>
            <a:r>
              <a:rPr lang="en-US" dirty="0"/>
              <a:t>Your Name / </a:t>
            </a:r>
            <a:r>
              <a:rPr lang="en-US" b="1" dirty="0"/>
              <a:t>Presentation title</a:t>
            </a:r>
            <a:r>
              <a:rPr lang="en-US" b="1" spc="165" dirty="0"/>
              <a:t> </a:t>
            </a:r>
            <a:fld id="{81D60167-4931-47E6-BA6A-407CBD079E47}" type="slidenum">
              <a:rPr lang="en-US" b="1" smtClean="0"/>
              <a:pPr marL="12700">
                <a:spcBef>
                  <a:spcPts val="20"/>
                </a:spcBef>
              </a:pPr>
              <a:t>‹#›</a:t>
            </a:fld>
            <a:endParaRPr lang="en-US" b="1" dirty="0"/>
          </a:p>
        </p:txBody>
      </p:sp>
      <p:sp>
        <p:nvSpPr>
          <p:cNvPr id="10" name="bg object 21">
            <a:extLst>
              <a:ext uri="{FF2B5EF4-FFF2-40B4-BE49-F238E27FC236}">
                <a16:creationId xmlns:a16="http://schemas.microsoft.com/office/drawing/2014/main" id="{75BDED71-0D42-AD43-AAFC-DFD5651A72F2}"/>
              </a:ext>
            </a:extLst>
          </p:cNvPr>
          <p:cNvSpPr/>
          <p:nvPr userDrawn="1"/>
        </p:nvSpPr>
        <p:spPr>
          <a:xfrm>
            <a:off x="457200" y="6053608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CCED8C-D507-884B-AE3B-D90759A99B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56" y="6208950"/>
            <a:ext cx="1320729" cy="345191"/>
          </a:xfrm>
          <a:prstGeom prst="rect">
            <a:avLst/>
          </a:prstGeom>
        </p:spPr>
      </p:pic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4E9F09B-A08C-2342-A676-1218599858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4500" y="1584256"/>
            <a:ext cx="5772149" cy="1769715"/>
          </a:xfrm>
        </p:spPr>
        <p:txBody>
          <a:bodyPr/>
          <a:lstStyle>
            <a:lvl1pPr>
              <a:defRPr sz="2300" b="1" spc="0">
                <a:solidFill>
                  <a:schemeClr val="tx1"/>
                </a:solidFill>
              </a:defRPr>
            </a:lvl1pPr>
            <a:lvl2pPr>
              <a:defRPr sz="2300" b="1" i="0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 i="0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 i="0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 i="0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2315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statement | Colou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34D775F-061E-224E-945D-DEDC9FDE60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088" y="1584256"/>
            <a:ext cx="6452552" cy="1769715"/>
          </a:xfrm>
        </p:spPr>
        <p:txBody>
          <a:bodyPr/>
          <a:lstStyle>
            <a:lvl1pPr>
              <a:defRPr b="1" spc="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300" b="1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6076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statement | Black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265D2B-FE0C-C544-8519-20D33AE12D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088" y="1579563"/>
            <a:ext cx="6465887" cy="1769715"/>
          </a:xfrm>
        </p:spPr>
        <p:txBody>
          <a:bodyPr/>
          <a:lstStyle>
            <a:lvl1pPr>
              <a:defRPr sz="2300" b="1" spc="0">
                <a:solidFill>
                  <a:schemeClr val="tx1"/>
                </a:solidFill>
              </a:defRPr>
            </a:lvl1pPr>
            <a:lvl2pPr>
              <a:defRPr sz="2300" b="1" i="0" spc="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 i="0" spc="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 i="0" spc="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 i="0" spc="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5849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bold text w Image background | Coloured box,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0E69F-4D8D-CC46-9378-8F74F281AC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D2F965-695C-FC4A-8F68-9A6EB9F981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3152" y="443747"/>
            <a:ext cx="4868943" cy="3837150"/>
          </a:xfrm>
          <a:solidFill>
            <a:srgbClr val="42C4DD"/>
          </a:solidFill>
        </p:spPr>
        <p:txBody>
          <a:bodyPr lIns="216000" tIns="216000" rIns="216000" bIns="216000"/>
          <a:lstStyle>
            <a:lvl1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319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bold text w Image background | White box, colou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0E69F-4D8D-CC46-9378-8F74F281AC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D2F965-695C-FC4A-8F68-9A6EB9F981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3152" y="443745"/>
            <a:ext cx="4868943" cy="1898157"/>
          </a:xfrm>
          <a:solidFill>
            <a:schemeClr val="bg1"/>
          </a:solidFill>
        </p:spPr>
        <p:txBody>
          <a:bodyPr lIns="216000" tIns="216000" rIns="216000" bIns="216000"/>
          <a:lstStyle>
            <a:lvl1pPr>
              <a:defRPr b="1" i="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1" i="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1" i="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1" i="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1" i="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2746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bold text w Image background | White box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0E69F-4D8D-CC46-9378-8F74F281AC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D2F965-695C-FC4A-8F68-9A6EB9F981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3152" y="443745"/>
            <a:ext cx="4868943" cy="3790800"/>
          </a:xfrm>
          <a:solidFill>
            <a:schemeClr val="bg1"/>
          </a:solidFill>
        </p:spPr>
        <p:txBody>
          <a:bodyPr lIns="216000" tIns="216000" rIns="216000" bIns="216000"/>
          <a:lstStyle>
            <a:lvl1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9780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bold text w Image background | White box, black title, colour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0E69F-4D8D-CC46-9378-8F74F281AC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D2F965-695C-FC4A-8F68-9A6EB9F981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3152" y="443744"/>
            <a:ext cx="4868943" cy="1898157"/>
          </a:xfrm>
          <a:solidFill>
            <a:schemeClr val="bg1"/>
          </a:solidFill>
        </p:spPr>
        <p:txBody>
          <a:bodyPr lIns="216000" tIns="216000" rIns="216000" bIns="216000"/>
          <a:lstStyle>
            <a:lvl1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1" i="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1" i="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1" i="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1" i="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534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bold text w Image background | White box, colour title, black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0E69F-4D8D-CC46-9378-8F74F281AC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D2F965-695C-FC4A-8F68-9A6EB9F981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3152" y="443743"/>
            <a:ext cx="4868943" cy="1898157"/>
          </a:xfrm>
          <a:solidFill>
            <a:schemeClr val="bg1"/>
          </a:solidFill>
        </p:spPr>
        <p:txBody>
          <a:bodyPr lIns="216000" tIns="216000" rIns="216000" bIns="216000"/>
          <a:lstStyle>
            <a:lvl1pPr>
              <a:defRPr b="1" i="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6951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block with 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4A93D-EBB5-B643-9C7A-9C89D4E4E8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3CDDE-4A3B-1346-B77A-8827E882A6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4500" y="1561025"/>
            <a:ext cx="6302375" cy="1154162"/>
          </a:xfrm>
        </p:spPr>
        <p:txBody>
          <a:bodyPr/>
          <a:lstStyle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38139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block with slide title and c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ED3D9C-F9AD-C44D-BD54-6E98882319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278" y="6203264"/>
            <a:ext cx="1691881" cy="375290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FD26B32-B3A2-3747-AC2D-489DA69264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4500" y="1561025"/>
            <a:ext cx="6302375" cy="1154162"/>
          </a:xfrm>
        </p:spPr>
        <p:txBody>
          <a:bodyPr/>
          <a:lstStyle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1739F9C-CB83-E648-8ADA-DB2C05DBE3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77885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block w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D38CE-F5CA-8443-9009-39938CAF46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C577E1B-F777-5E49-8E82-6E1517319A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61025"/>
            <a:ext cx="6609080" cy="1154162"/>
          </a:xfrm>
        </p:spPr>
        <p:txBody>
          <a:bodyPr/>
          <a:lstStyle>
            <a:lvl1pPr>
              <a:defRPr sz="15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 b="0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 b="0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 b="0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 b="0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975BC79-6E5D-8542-88D6-E61894AF96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3975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block w double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B0453-9E73-EA40-8DDC-F38CF35B3F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81731"/>
            <a:ext cx="6832600" cy="1154162"/>
          </a:xfrm>
        </p:spPr>
        <p:txBody>
          <a:bodyPr/>
          <a:lstStyle>
            <a:lvl1pPr>
              <a:defRPr sz="15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605414D-8A6C-C348-8498-3613C2BC5D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D95185A-04E8-C349-8661-A3DBB6FE57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74569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F94F7-92FB-9F43-8222-4D5E41498B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4500" y="1561024"/>
            <a:ext cx="3851275" cy="11541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170969A-185B-B24B-A40C-799FCC3986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97997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bulleted list with slid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C2E8EA-93A1-0147-B8DB-4476D0E1E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61025"/>
            <a:ext cx="3851275" cy="11541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AB0580B-03FC-EB48-8C62-62AE98F5A1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5C8E619-51B3-9A4B-8DED-7903FF68FC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58424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bulleted lis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32907AF-CDAB-AA40-B083-1C35508137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8549"/>
            <a:ext cx="4667250" cy="1154162"/>
          </a:xfrm>
        </p:spPr>
        <p:txBody>
          <a:bodyPr/>
          <a:lstStyle>
            <a:lvl1pPr>
              <a:buFont typeface="Arial" panose="020B0604020202020204" pitchFamily="34" charset="0"/>
              <a:buNone/>
              <a:defRPr sz="15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FE2D5B3-AE31-A142-BBDD-5C29107B5F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B862641-6626-DB4A-AE35-229F076BEB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5499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bulleted list with subhead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75E194A-48EF-A145-ACB1-2618F11392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62829"/>
            <a:ext cx="5527039" cy="3098266"/>
          </a:xfrm>
        </p:spPr>
        <p:txBody>
          <a:bodyPr/>
          <a:lstStyle>
            <a:lvl1pPr>
              <a:buFont typeface="Arial" panose="020B0604020202020204" pitchFamily="34" charset="0"/>
              <a:buNone/>
              <a:defRPr sz="15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AA46ED4-8BBA-3A4A-9FAB-7D750318E6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D5DAF7F-1AD5-B143-A3FB-5F234A5B93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6906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bulleted list with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E6E5A15-2FA2-524D-8985-D88CA4E835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62829"/>
            <a:ext cx="6597015" cy="3657066"/>
          </a:xfrm>
        </p:spPr>
        <p:txBody>
          <a:bodyPr/>
          <a:lstStyle>
            <a:lvl1pPr>
              <a:buFont typeface="Arial" panose="020B0604020202020204" pitchFamily="34" charset="0"/>
              <a:buNone/>
              <a:defRPr sz="15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91820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ory Deck w black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28CC107-7309-CB4A-9D44-84D1AEB6FC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" y="3289300"/>
            <a:ext cx="3851275" cy="11541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D35A78-CDBE-0747-8CBB-E21AD7D8E4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74800"/>
            <a:ext cx="6405245" cy="1414711"/>
          </a:xfrm>
        </p:spPr>
        <p:txBody>
          <a:bodyPr/>
          <a:lstStyle>
            <a:lvl1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EAB34B8-C390-414B-BCFD-E9407DD4C21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E82A51B-83E1-974F-BE50-BD7155DC43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80878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ory Deck w colou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28CC107-7309-CB4A-9D44-84D1AEB6FC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" y="3289300"/>
            <a:ext cx="3851275" cy="11541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D35A78-CDBE-0747-8CBB-E21AD7D8E4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74800"/>
            <a:ext cx="6405245" cy="1769715"/>
          </a:xfrm>
        </p:spPr>
        <p:txBody>
          <a:bodyPr/>
          <a:lstStyle>
            <a:lvl1pPr>
              <a:defRPr sz="2300" b="1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300" b="1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8C2311A-10B7-194E-91FB-4D25CFBE5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82B3D7-81E7-1846-9B98-4383D5E992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45799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ory Deck w no title, colou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4">
            <a:extLst>
              <a:ext uri="{FF2B5EF4-FFF2-40B4-BE49-F238E27FC236}">
                <a16:creationId xmlns:a16="http://schemas.microsoft.com/office/drawing/2014/main" id="{76826B61-18B0-6741-BD61-E8D40B42770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CE2DFFEC-1AD8-234A-8A99-75AEFA6522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" y="3289300"/>
            <a:ext cx="3851275" cy="11541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4807E1E-DF60-CC4D-BDB6-0AE84C0841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74800"/>
            <a:ext cx="6405245" cy="1769715"/>
          </a:xfrm>
        </p:spPr>
        <p:txBody>
          <a:bodyPr/>
          <a:lstStyle>
            <a:lvl1pPr>
              <a:defRPr sz="2300" b="1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300" b="1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88355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block w Subhead, 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43FA651-85B5-5746-B277-87E8EC2680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5200" y="1543049"/>
            <a:ext cx="4432300" cy="423227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41953-9911-9C46-B060-926436AB93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43049"/>
            <a:ext cx="6632575" cy="1154162"/>
          </a:xfrm>
        </p:spPr>
        <p:txBody>
          <a:bodyPr/>
          <a:lstStyle>
            <a:lvl1pPr>
              <a:defRPr sz="1500" b="1" spc="0"/>
            </a:lvl1pPr>
            <a:lvl2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379D7A2-3DEE-974A-B4D5-69A17A58B7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4511DE4-5462-CF4D-B3B3-E5A65FCC5A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927124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block w Subhead, 4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57144C-569E-234F-A291-39566F0B02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5200" y="1676400"/>
            <a:ext cx="2132013" cy="203517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E8CAAFD-32AE-1E4D-BCBF-566289D373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99613" y="1676400"/>
            <a:ext cx="2147887" cy="2035175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D321C6-69D7-4B46-BCEC-7EF395C0224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15200" y="3863975"/>
            <a:ext cx="2132013" cy="2035175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FB662ED-357D-944A-9B07-9F6B045B2C6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599613" y="3863975"/>
            <a:ext cx="2132012" cy="203517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FE4EB-87B3-5343-85B5-52AE8A7D5F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717" y="1561024"/>
            <a:ext cx="4667251" cy="1154162"/>
          </a:xfrm>
        </p:spPr>
        <p:txBody>
          <a:bodyPr/>
          <a:lstStyle>
            <a:lvl1pPr>
              <a:defRPr sz="1500" b="1"/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BC7F802-A758-3443-97F1-96B536C192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57B993-BCED-D74F-A12A-C33EF50EF06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3929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ory Deck w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D7DD0BD-D236-0546-898C-2495CB23D02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99613" y="3863975"/>
            <a:ext cx="2132012" cy="203517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4E3305-46C5-7E44-B1D3-BDFBF8EEEDE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99613" y="1668463"/>
            <a:ext cx="2132012" cy="20542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35C48-743A-5445-AAF5-586326A113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73214"/>
            <a:ext cx="6405245" cy="1416297"/>
          </a:xfrm>
        </p:spPr>
        <p:txBody>
          <a:bodyPr/>
          <a:lstStyle>
            <a:lvl1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4F0BB111-C51B-1045-B049-CF1A1AD6C0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" y="3289300"/>
            <a:ext cx="3851275" cy="11541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EA2BB52-9331-434B-BA1F-462F92D5E0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F81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C6E4565-BC9A-FA48-8516-6BAE504E2D2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95915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415829-F5C7-7942-89D3-0A4DFC88263D}"/>
              </a:ext>
            </a:extLst>
          </p:cNvPr>
          <p:cNvSpPr/>
          <p:nvPr userDrawn="1"/>
        </p:nvSpPr>
        <p:spPr>
          <a:xfrm>
            <a:off x="0" y="5907974"/>
            <a:ext cx="12192000" cy="950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7756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!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26304651-E8AC-B942-A58D-4FEB07DC87E8}"/>
              </a:ext>
            </a:extLst>
          </p:cNvPr>
          <p:cNvSpPr/>
          <p:nvPr userDrawn="1"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42C4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13FD9A62-7993-B14A-B48C-CE299AF7DDD6}"/>
              </a:ext>
            </a:extLst>
          </p:cNvPr>
          <p:cNvSpPr/>
          <p:nvPr userDrawn="1"/>
        </p:nvSpPr>
        <p:spPr>
          <a:xfrm>
            <a:off x="457200" y="6053608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AE977286-E261-4B4D-A6C8-6D923205C164}"/>
              </a:ext>
            </a:extLst>
          </p:cNvPr>
          <p:cNvSpPr txBox="1"/>
          <p:nvPr userDrawn="1"/>
        </p:nvSpPr>
        <p:spPr>
          <a:xfrm>
            <a:off x="10189462" y="6443479"/>
            <a:ext cx="1555115" cy="14605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50" b="1" spc="-5" dirty="0">
                <a:latin typeface="Arial"/>
                <a:cs typeface="Arial"/>
              </a:rPr>
              <a:t>rotmancommerce.utoronto.ca</a:t>
            </a:r>
            <a:endParaRPr sz="850" dirty="0">
              <a:latin typeface="Arial"/>
              <a:cs typeface="Arial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722407A-BC42-234C-8922-26C278DBA7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56" y="6208950"/>
            <a:ext cx="1320729" cy="345191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533BB37-C493-8945-B185-CFD05D32C7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179" y="1797272"/>
            <a:ext cx="5335588" cy="2539157"/>
          </a:xfrm>
        </p:spPr>
        <p:txBody>
          <a:bodyPr/>
          <a:lstStyle>
            <a:lvl1pPr>
              <a:defRPr sz="5500" b="1" spc="-1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06580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! w c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41B89F0A-60CD-104B-A7D8-98034312758C}"/>
              </a:ext>
            </a:extLst>
          </p:cNvPr>
          <p:cNvSpPr/>
          <p:nvPr userDrawn="1"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42C4DD"/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3989C9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BC52DC-F7E7-4F22-9DFA-37F24546F9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8343" y="6235600"/>
            <a:ext cx="1822026" cy="210552"/>
          </a:xfrm>
          <a:prstGeom prst="rect">
            <a:avLst/>
          </a:prstGeom>
        </p:spPr>
      </p:pic>
      <p:sp>
        <p:nvSpPr>
          <p:cNvPr id="8" name="object 10">
            <a:extLst>
              <a:ext uri="{FF2B5EF4-FFF2-40B4-BE49-F238E27FC236}">
                <a16:creationId xmlns:a16="http://schemas.microsoft.com/office/drawing/2014/main" id="{BF3A1261-11D3-804B-98FF-89FF7DF4BDDA}"/>
              </a:ext>
            </a:extLst>
          </p:cNvPr>
          <p:cNvSpPr/>
          <p:nvPr userDrawn="1"/>
        </p:nvSpPr>
        <p:spPr>
          <a:xfrm>
            <a:off x="457200" y="6552109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AFFCF906-DFC7-4281-963B-ADE3DAA5BC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20" y="219857"/>
            <a:ext cx="2331016" cy="6585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CEF7CF-5D87-8742-B624-CEA688AEE3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179" y="1797272"/>
            <a:ext cx="5335588" cy="2539157"/>
          </a:xfrm>
        </p:spPr>
        <p:txBody>
          <a:bodyPr/>
          <a:lstStyle>
            <a:lvl1pPr>
              <a:defRPr sz="5500" b="1" spc="-1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167EE0-55B4-41AB-B89A-497E8B64929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88" y="5676390"/>
            <a:ext cx="2758439" cy="72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0566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41B89F0A-60CD-104B-A7D8-98034312758C}"/>
              </a:ext>
            </a:extLst>
          </p:cNvPr>
          <p:cNvSpPr/>
          <p:nvPr userDrawn="1"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0AAD88"/>
          </a:solidFill>
        </p:spPr>
        <p:txBody>
          <a:bodyPr wrap="square" lIns="0" tIns="0" rIns="0" bIns="0" rtlCol="0"/>
          <a:lstStyle/>
          <a:p>
            <a:endParaRPr>
              <a:solidFill>
                <a:srgbClr val="3989C9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E24D017-076C-4992-843C-900E841E09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8343" y="6235600"/>
            <a:ext cx="1822026" cy="210552"/>
          </a:xfrm>
          <a:prstGeom prst="rect">
            <a:avLst/>
          </a:prstGeom>
        </p:spPr>
      </p:pic>
      <p:sp>
        <p:nvSpPr>
          <p:cNvPr id="16" name="object 10">
            <a:extLst>
              <a:ext uri="{FF2B5EF4-FFF2-40B4-BE49-F238E27FC236}">
                <a16:creationId xmlns:a16="http://schemas.microsoft.com/office/drawing/2014/main" id="{9BBDD738-26E3-40EA-AEEA-003878547664}"/>
              </a:ext>
            </a:extLst>
          </p:cNvPr>
          <p:cNvSpPr/>
          <p:nvPr userDrawn="1"/>
        </p:nvSpPr>
        <p:spPr>
          <a:xfrm>
            <a:off x="457200" y="6552109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BF3A1261-11D3-804B-98FF-89FF7DF4BDDA}"/>
              </a:ext>
            </a:extLst>
          </p:cNvPr>
          <p:cNvSpPr/>
          <p:nvPr userDrawn="1"/>
        </p:nvSpPr>
        <p:spPr>
          <a:xfrm>
            <a:off x="457200" y="6552109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Picture 17" descr="A picture containing text&#10;&#10;Description automatically generated">
            <a:extLst>
              <a:ext uri="{FF2B5EF4-FFF2-40B4-BE49-F238E27FC236}">
                <a16:creationId xmlns:a16="http://schemas.microsoft.com/office/drawing/2014/main" id="{88FF0944-E25D-4AAA-8E53-D82BB86AC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20" y="219857"/>
            <a:ext cx="2331016" cy="6585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5904A4B-0ACE-454C-B6C9-A369F893EB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88" y="5676390"/>
            <a:ext cx="2758439" cy="720956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F93CCCC-BF13-0141-8147-14D3101933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7675" y="1746250"/>
            <a:ext cx="5354638" cy="2539157"/>
          </a:xfrm>
        </p:spPr>
        <p:txBody>
          <a:bodyPr/>
          <a:lstStyle>
            <a:lvl1pPr>
              <a:defRPr sz="5500" b="1" spc="-1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9E6D872-6483-584B-9439-73A276180C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7675" y="2647435"/>
            <a:ext cx="5354638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01302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41B89F0A-60CD-104B-A7D8-98034312758C}"/>
              </a:ext>
            </a:extLst>
          </p:cNvPr>
          <p:cNvSpPr/>
          <p:nvPr userDrawn="1"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0AAD88"/>
          </a:solidFill>
        </p:spPr>
        <p:txBody>
          <a:bodyPr wrap="square" lIns="0" tIns="0" rIns="0" bIns="0" rtlCol="0"/>
          <a:lstStyle/>
          <a:p>
            <a:endParaRPr>
              <a:solidFill>
                <a:srgbClr val="3989C9"/>
              </a:solidFill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BF3A1261-11D3-804B-98FF-89FF7DF4BDDA}"/>
              </a:ext>
            </a:extLst>
          </p:cNvPr>
          <p:cNvSpPr/>
          <p:nvPr userDrawn="1"/>
        </p:nvSpPr>
        <p:spPr>
          <a:xfrm>
            <a:off x="457200" y="6552109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9">
            <a:extLst>
              <a:ext uri="{FF2B5EF4-FFF2-40B4-BE49-F238E27FC236}">
                <a16:creationId xmlns:a16="http://schemas.microsoft.com/office/drawing/2014/main" id="{801CCEB6-B202-5B4D-A7F6-BE88CAB48D36}"/>
              </a:ext>
            </a:extLst>
          </p:cNvPr>
          <p:cNvSpPr/>
          <p:nvPr userDrawn="1"/>
        </p:nvSpPr>
        <p:spPr>
          <a:xfrm>
            <a:off x="9906001" y="6237965"/>
            <a:ext cx="1824368" cy="210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0F9F90-E857-1048-BFCA-4E9B42854C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179" y="303515"/>
            <a:ext cx="2165877" cy="4804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F3E588-6EC5-6C4C-A264-CFC809450C4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87" y="5676389"/>
            <a:ext cx="2758440" cy="716315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F93CCCC-BF13-0141-8147-14D3101933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7675" y="1746250"/>
            <a:ext cx="5354638" cy="2539157"/>
          </a:xfrm>
        </p:spPr>
        <p:txBody>
          <a:bodyPr/>
          <a:lstStyle>
            <a:lvl1pPr>
              <a:defRPr sz="5500" b="1" spc="-1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9E6D872-6483-584B-9439-73A276180C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7675" y="2647435"/>
            <a:ext cx="5354638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256556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41B89F0A-60CD-104B-A7D8-98034312758C}"/>
              </a:ext>
            </a:extLst>
          </p:cNvPr>
          <p:cNvSpPr/>
          <p:nvPr userDrawn="1"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0AAD88"/>
          </a:solidFill>
        </p:spPr>
        <p:txBody>
          <a:bodyPr wrap="square" lIns="0" tIns="0" rIns="0" bIns="0" rtlCol="0"/>
          <a:lstStyle/>
          <a:p>
            <a:endParaRPr>
              <a:solidFill>
                <a:srgbClr val="3989C9"/>
              </a:solidFill>
            </a:endParaRP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61DBE18F-9B85-5F4E-BBA7-A1008C0169F5}"/>
              </a:ext>
            </a:extLst>
          </p:cNvPr>
          <p:cNvSpPr/>
          <p:nvPr userDrawn="1"/>
        </p:nvSpPr>
        <p:spPr>
          <a:xfrm>
            <a:off x="457200" y="6053608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1636B5D-EDF0-1143-B5AD-1BD613B152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56" y="6208950"/>
            <a:ext cx="1320729" cy="345191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9DCFE31-6DE7-E14D-B1AC-127419A3A11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44500" y="1776939"/>
            <a:ext cx="4824413" cy="2308324"/>
          </a:xfrm>
        </p:spPr>
        <p:txBody>
          <a:bodyPr/>
          <a:lstStyle>
            <a:lvl1pPr marL="12700" marR="12700">
              <a:lnSpc>
                <a:spcPts val="5300"/>
              </a:lnSpc>
              <a:spcBef>
                <a:spcPts val="610"/>
              </a:spcBef>
              <a:defRPr sz="5500" b="1" spc="-15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55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55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55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55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12700">
              <a:lnSpc>
                <a:spcPts val="5950"/>
              </a:lnSpc>
              <a:spcBef>
                <a:spcPts val="100"/>
              </a:spcBef>
            </a:pPr>
            <a:r>
              <a:rPr lang="en-CA" spc="-145" dirty="0"/>
              <a:t>Section</a:t>
            </a:r>
            <a:r>
              <a:rPr lang="en-CA" spc="-340" dirty="0"/>
              <a:t> </a:t>
            </a:r>
            <a:r>
              <a:rPr lang="en-CA" spc="-170" dirty="0"/>
              <a:t>1:</a:t>
            </a:r>
          </a:p>
          <a:p>
            <a:pPr marL="12700">
              <a:lnSpc>
                <a:spcPts val="5950"/>
              </a:lnSpc>
              <a:spcBef>
                <a:spcPts val="100"/>
              </a:spcBef>
            </a:pPr>
            <a:r>
              <a:rPr lang="en-CA" spc="-170" dirty="0"/>
              <a:t>This is a longer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FFA1F-7458-2648-8890-A5EB032363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4500" y="4007207"/>
            <a:ext cx="3409043" cy="261610"/>
          </a:xfrm>
        </p:spPr>
        <p:txBody>
          <a:bodyPr/>
          <a:lstStyle>
            <a:lvl1pPr>
              <a:defRPr sz="1700" b="1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9CF70996-DDD5-BA45-B32D-765527635BF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0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 algn="r">
              <a:spcBef>
                <a:spcPts val="20"/>
              </a:spcBef>
            </a:pPr>
            <a:fld id="{2ED9487D-5AC4-D340-AD5D-72D20FBBF82E}" type="datetime4">
              <a:rPr lang="en-CA" spc="-5" smtClean="0">
                <a:solidFill>
                  <a:schemeClr val="tx1"/>
                </a:solidFill>
              </a:rPr>
              <a:pPr marL="12700" algn="r">
                <a:spcBef>
                  <a:spcPts val="20"/>
                </a:spcBef>
              </a:pPr>
              <a:t>September 26, 2025</a:t>
            </a:fld>
            <a:r>
              <a:rPr lang="en-CA" spc="-5" dirty="0">
                <a:solidFill>
                  <a:schemeClr val="tx1"/>
                </a:solidFill>
              </a:rPr>
              <a:t> </a:t>
            </a:r>
            <a:r>
              <a:rPr lang="en-CA" dirty="0">
                <a:solidFill>
                  <a:schemeClr val="tx1"/>
                </a:solidFill>
              </a:rPr>
              <a:t>/ </a:t>
            </a:r>
            <a:r>
              <a:rPr lang="en-CA" b="1" dirty="0">
                <a:solidFill>
                  <a:srgbClr val="000000"/>
                </a:solidFill>
              </a:rPr>
              <a:t>Presentation title</a:t>
            </a:r>
            <a:r>
              <a:rPr lang="en-CA" b="1" spc="165" dirty="0">
                <a:solidFill>
                  <a:srgbClr val="000000"/>
                </a:solidFill>
              </a:rPr>
              <a:t> </a:t>
            </a:r>
            <a:fld id="{81D60167-4931-47E6-BA6A-407CBD079E47}" type="slidenum">
              <a:rPr lang="en-CA" b="1" smtClean="0">
                <a:solidFill>
                  <a:srgbClr val="000000"/>
                </a:solidFill>
              </a:rPr>
              <a:pPr marL="12700" algn="r">
                <a:spcBef>
                  <a:spcPts val="20"/>
                </a:spcBef>
              </a:pPr>
              <a:t>‹#›</a:t>
            </a:fld>
            <a:endParaRPr lang="en-CA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452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 Level Introduction - Colou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A2A32B-DD25-8447-BDBA-D75CE0A3DD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0838" y="1549400"/>
            <a:ext cx="6626431" cy="1769715"/>
          </a:xfrm>
        </p:spPr>
        <p:txBody>
          <a:bodyPr/>
          <a:lstStyle>
            <a:lvl1pPr>
              <a:defRPr sz="2300" b="1">
                <a:solidFill>
                  <a:srgbClr val="088466"/>
                </a:solidFill>
              </a:defRPr>
            </a:lvl1pPr>
            <a:lvl2pPr>
              <a:defRPr sz="2300" b="1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28604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 Level Introduction -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486577-6E5D-1F46-8DBD-1E120F03FD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0838" y="1549400"/>
            <a:ext cx="6673850" cy="1769715"/>
          </a:xfrm>
        </p:spPr>
        <p:txBody>
          <a:bodyPr/>
          <a:lstStyle>
            <a:lvl1pPr>
              <a:defRPr sz="2300" b="1">
                <a:solidFill>
                  <a:srgbClr val="088466"/>
                </a:solidFill>
              </a:defRPr>
            </a:lvl1pPr>
            <a:lvl2pPr>
              <a:defRPr sz="2300" b="1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15659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 Level Introduction | Black text on solid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55F255EC-A5C5-A146-B75F-6D2F3868884E}"/>
              </a:ext>
            </a:extLst>
          </p:cNvPr>
          <p:cNvSpPr/>
          <p:nvPr userDrawn="1"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0AAD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1">
            <a:extLst>
              <a:ext uri="{FF2B5EF4-FFF2-40B4-BE49-F238E27FC236}">
                <a16:creationId xmlns:a16="http://schemas.microsoft.com/office/drawing/2014/main" id="{5531CBA8-592F-554E-968E-40947819B96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12700">
              <a:spcBef>
                <a:spcPts val="20"/>
              </a:spcBef>
            </a:pPr>
            <a:r>
              <a:rPr lang="en-US" spc="-5" dirty="0"/>
              <a:t>December 10, 2020 </a:t>
            </a:r>
            <a:r>
              <a:rPr lang="en-US" dirty="0"/>
              <a:t>/ Presented </a:t>
            </a:r>
            <a:r>
              <a:rPr lang="en-US" spc="-5" dirty="0"/>
              <a:t>by </a:t>
            </a:r>
            <a:r>
              <a:rPr lang="en-US" dirty="0"/>
              <a:t>Your Name / </a:t>
            </a:r>
            <a:r>
              <a:rPr lang="en-US" b="1" dirty="0"/>
              <a:t>Presentation title</a:t>
            </a:r>
            <a:r>
              <a:rPr lang="en-US" b="1" spc="165" dirty="0"/>
              <a:t> </a:t>
            </a:r>
            <a:fld id="{81D60167-4931-47E6-BA6A-407CBD079E47}" type="slidenum">
              <a:rPr lang="en-US" b="1" smtClean="0"/>
              <a:pPr marL="12700">
                <a:spcBef>
                  <a:spcPts val="20"/>
                </a:spcBef>
              </a:pPr>
              <a:t>‹#›</a:t>
            </a:fld>
            <a:endParaRPr lang="en-US" b="1" dirty="0"/>
          </a:p>
        </p:txBody>
      </p:sp>
      <p:sp>
        <p:nvSpPr>
          <p:cNvPr id="10" name="bg object 21">
            <a:extLst>
              <a:ext uri="{FF2B5EF4-FFF2-40B4-BE49-F238E27FC236}">
                <a16:creationId xmlns:a16="http://schemas.microsoft.com/office/drawing/2014/main" id="{75BDED71-0D42-AD43-AAFC-DFD5651A72F2}"/>
              </a:ext>
            </a:extLst>
          </p:cNvPr>
          <p:cNvSpPr/>
          <p:nvPr userDrawn="1"/>
        </p:nvSpPr>
        <p:spPr>
          <a:xfrm>
            <a:off x="457200" y="6053608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CCED8C-D507-884B-AE3B-D90759A99B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56" y="6208950"/>
            <a:ext cx="1320729" cy="345191"/>
          </a:xfrm>
          <a:prstGeom prst="rect">
            <a:avLst/>
          </a:prstGeom>
        </p:spPr>
      </p:pic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4E9F09B-A08C-2342-A676-1218599858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4500" y="1584256"/>
            <a:ext cx="5772149" cy="1769715"/>
          </a:xfrm>
        </p:spPr>
        <p:txBody>
          <a:bodyPr/>
          <a:lstStyle>
            <a:lvl1pPr>
              <a:defRPr sz="2300" b="1" spc="0">
                <a:solidFill>
                  <a:schemeClr val="tx1"/>
                </a:solidFill>
              </a:defRPr>
            </a:lvl1pPr>
            <a:lvl2pPr>
              <a:defRPr sz="2300" b="1" i="0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 i="0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 i="0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 i="0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369252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statement | Colou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34D775F-061E-224E-945D-DEDC9FDE60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088" y="1584256"/>
            <a:ext cx="6452552" cy="1769715"/>
          </a:xfrm>
        </p:spPr>
        <p:txBody>
          <a:bodyPr/>
          <a:lstStyle>
            <a:lvl1pPr>
              <a:defRPr b="1" spc="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300" b="1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2776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statement | Black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265D2B-FE0C-C544-8519-20D33AE12D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088" y="1579563"/>
            <a:ext cx="6465887" cy="1769715"/>
          </a:xfrm>
        </p:spPr>
        <p:txBody>
          <a:bodyPr/>
          <a:lstStyle>
            <a:lvl1pPr>
              <a:defRPr sz="2300" b="1" spc="0">
                <a:solidFill>
                  <a:schemeClr val="tx1"/>
                </a:solidFill>
              </a:defRPr>
            </a:lvl1pPr>
            <a:lvl2pPr>
              <a:defRPr sz="2300" b="1" i="0" spc="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 i="0" spc="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 i="0" spc="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 i="0" spc="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35010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bold text w Image background | Coloured box,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0E69F-4D8D-CC46-9378-8F74F281AC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D2F965-695C-FC4A-8F68-9A6EB9F981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3152" y="443747"/>
            <a:ext cx="4868943" cy="3837150"/>
          </a:xfrm>
          <a:solidFill>
            <a:srgbClr val="0AAD88"/>
          </a:solidFill>
        </p:spPr>
        <p:txBody>
          <a:bodyPr lIns="216000" tIns="216000" rIns="216000" bIns="216000"/>
          <a:lstStyle>
            <a:lvl1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863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bold text w Image background | White box, colou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0E69F-4D8D-CC46-9378-8F74F281AC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D2F965-695C-FC4A-8F68-9A6EB9F981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3152" y="443744"/>
            <a:ext cx="4868943" cy="1898157"/>
          </a:xfrm>
          <a:solidFill>
            <a:schemeClr val="bg1"/>
          </a:solidFill>
        </p:spPr>
        <p:txBody>
          <a:bodyPr lIns="216000" tIns="216000" rIns="216000" bIns="216000"/>
          <a:lstStyle>
            <a:lvl1pPr>
              <a:defRPr b="1" i="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1" i="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1" i="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1" i="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1" i="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76325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bold text w Image background | White box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0E69F-4D8D-CC46-9378-8F74F281AC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D2F965-695C-FC4A-8F68-9A6EB9F981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3152" y="443745"/>
            <a:ext cx="4868943" cy="3790800"/>
          </a:xfrm>
          <a:solidFill>
            <a:schemeClr val="bg1"/>
          </a:solidFill>
        </p:spPr>
        <p:txBody>
          <a:bodyPr lIns="216000" tIns="216000" rIns="216000" bIns="216000"/>
          <a:lstStyle>
            <a:lvl1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99660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bold text w Image background | White box, black title, colour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0E69F-4D8D-CC46-9378-8F74F281AC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D2F965-695C-FC4A-8F68-9A6EB9F981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3152" y="443743"/>
            <a:ext cx="4868943" cy="1898157"/>
          </a:xfrm>
          <a:solidFill>
            <a:schemeClr val="bg1"/>
          </a:solidFill>
        </p:spPr>
        <p:txBody>
          <a:bodyPr lIns="216000" tIns="216000" rIns="216000" bIns="216000"/>
          <a:lstStyle>
            <a:lvl1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1" i="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1" i="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1" i="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1" i="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77360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bold text w Image background | White box, colour title, black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0E69F-4D8D-CC46-9378-8F74F281AC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D2F965-695C-FC4A-8F68-9A6EB9F981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3152" y="443742"/>
            <a:ext cx="4868943" cy="1898157"/>
          </a:xfrm>
          <a:solidFill>
            <a:schemeClr val="bg1"/>
          </a:solidFill>
        </p:spPr>
        <p:txBody>
          <a:bodyPr lIns="216000" tIns="216000" rIns="216000" bIns="216000"/>
          <a:lstStyle>
            <a:lvl1pPr>
              <a:defRPr b="1" i="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88145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block with 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4A93D-EBB5-B643-9C7A-9C89D4E4E8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3CDDE-4A3B-1346-B77A-8827E882A6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4500" y="1561025"/>
            <a:ext cx="6302375" cy="1154162"/>
          </a:xfrm>
        </p:spPr>
        <p:txBody>
          <a:bodyPr/>
          <a:lstStyle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222749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block with slide title and c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ED3D9C-F9AD-C44D-BD54-6E98882319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278" y="6203264"/>
            <a:ext cx="1691881" cy="375290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FD26B32-B3A2-3747-AC2D-489DA69264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4500" y="1561025"/>
            <a:ext cx="6302375" cy="1154162"/>
          </a:xfrm>
        </p:spPr>
        <p:txBody>
          <a:bodyPr/>
          <a:lstStyle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1739F9C-CB83-E648-8ADA-DB2C05DBE3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4347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block w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D38CE-F5CA-8443-9009-39938CAF46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C577E1B-F777-5E49-8E82-6E1517319A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61025"/>
            <a:ext cx="6609080" cy="1154162"/>
          </a:xfrm>
        </p:spPr>
        <p:txBody>
          <a:bodyPr/>
          <a:lstStyle>
            <a:lvl1pPr>
              <a:defRPr sz="15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 b="0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 b="0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 b="0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 b="0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975BC79-6E5D-8542-88D6-E61894AF96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182468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block w double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B0453-9E73-EA40-8DDC-F38CF35B3F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81731"/>
            <a:ext cx="6832600" cy="1154162"/>
          </a:xfrm>
        </p:spPr>
        <p:txBody>
          <a:bodyPr/>
          <a:lstStyle>
            <a:lvl1pPr>
              <a:defRPr sz="15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605414D-8A6C-C348-8498-3613C2BC5D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D95185A-04E8-C349-8661-A3DBB6FE57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93917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F94F7-92FB-9F43-8222-4D5E41498B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4500" y="1561024"/>
            <a:ext cx="3851275" cy="11541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170969A-185B-B24B-A40C-799FCC3986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63877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bulleted list with slid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C2E8EA-93A1-0147-B8DB-4476D0E1E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61025"/>
            <a:ext cx="3851275" cy="11541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AB0580B-03FC-EB48-8C62-62AE98F5A1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5C8E619-51B3-9A4B-8DED-7903FF68FC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13983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bulleted lis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32907AF-CDAB-AA40-B083-1C35508137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8549"/>
            <a:ext cx="4667250" cy="1154162"/>
          </a:xfrm>
        </p:spPr>
        <p:txBody>
          <a:bodyPr/>
          <a:lstStyle>
            <a:lvl1pPr>
              <a:buFont typeface="Arial" panose="020B0604020202020204" pitchFamily="34" charset="0"/>
              <a:buNone/>
              <a:defRPr sz="15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FE2D5B3-AE31-A142-BBDD-5C29107B5F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B862641-6626-DB4A-AE35-229F076BEB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004509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bulleted list with subhead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75E194A-48EF-A145-ACB1-2618F11392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62829"/>
            <a:ext cx="5527039" cy="3098266"/>
          </a:xfrm>
        </p:spPr>
        <p:txBody>
          <a:bodyPr/>
          <a:lstStyle>
            <a:lvl1pPr>
              <a:buFont typeface="Arial" panose="020B0604020202020204" pitchFamily="34" charset="0"/>
              <a:buNone/>
              <a:defRPr sz="15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AA46ED4-8BBA-3A4A-9FAB-7D750318E6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D5DAF7F-1AD5-B143-A3FB-5F234A5B93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263142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bulleted list with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E6E5A15-2FA2-524D-8985-D88CA4E835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62829"/>
            <a:ext cx="6597015" cy="3657066"/>
          </a:xfrm>
        </p:spPr>
        <p:txBody>
          <a:bodyPr/>
          <a:lstStyle>
            <a:lvl1pPr>
              <a:buFont typeface="Arial" panose="020B0604020202020204" pitchFamily="34" charset="0"/>
              <a:buNone/>
              <a:defRPr sz="15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399961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ory Deck w black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28CC107-7309-CB4A-9D44-84D1AEB6FC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" y="3289300"/>
            <a:ext cx="3851275" cy="11541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D35A78-CDBE-0747-8CBB-E21AD7D8E4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74800"/>
            <a:ext cx="6405245" cy="1414711"/>
          </a:xfrm>
        </p:spPr>
        <p:txBody>
          <a:bodyPr/>
          <a:lstStyle>
            <a:lvl1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EAB34B8-C390-414B-BCFD-E9407DD4C21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E82A51B-83E1-974F-BE50-BD7155DC43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257508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ory Deck w colou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28CC107-7309-CB4A-9D44-84D1AEB6FC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" y="3289300"/>
            <a:ext cx="3851275" cy="11541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D35A78-CDBE-0747-8CBB-E21AD7D8E4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74800"/>
            <a:ext cx="6405245" cy="1769715"/>
          </a:xfrm>
        </p:spPr>
        <p:txBody>
          <a:bodyPr/>
          <a:lstStyle>
            <a:lvl1pPr>
              <a:defRPr sz="2300" b="1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300" b="1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8C2311A-10B7-194E-91FB-4D25CFBE5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82B3D7-81E7-1846-9B98-4383D5E992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876632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ory Deck w no title, colou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4">
            <a:extLst>
              <a:ext uri="{FF2B5EF4-FFF2-40B4-BE49-F238E27FC236}">
                <a16:creationId xmlns:a16="http://schemas.microsoft.com/office/drawing/2014/main" id="{76826B61-18B0-6741-BD61-E8D40B42770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CE2DFFEC-1AD8-234A-8A99-75AEFA6522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" y="3289300"/>
            <a:ext cx="3851275" cy="11541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4807E1E-DF60-CC4D-BDB6-0AE84C0841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74800"/>
            <a:ext cx="6405245" cy="1769715"/>
          </a:xfrm>
        </p:spPr>
        <p:txBody>
          <a:bodyPr/>
          <a:lstStyle>
            <a:lvl1pPr>
              <a:defRPr sz="2300" b="1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300" b="1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701632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block w Subhead, 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43FA651-85B5-5746-B277-87E8EC2680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5200" y="1543049"/>
            <a:ext cx="4432300" cy="423227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41953-9911-9C46-B060-926436AB93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43049"/>
            <a:ext cx="6632575" cy="1154162"/>
          </a:xfrm>
        </p:spPr>
        <p:txBody>
          <a:bodyPr/>
          <a:lstStyle>
            <a:lvl1pPr>
              <a:defRPr sz="1500" b="1" spc="0"/>
            </a:lvl1pPr>
            <a:lvl2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379D7A2-3DEE-974A-B4D5-69A17A58B7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4511DE4-5462-CF4D-B3B3-E5A65FCC5A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992247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block w Subhead, 4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57144C-569E-234F-A291-39566F0B02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5200" y="1676400"/>
            <a:ext cx="2132013" cy="203517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E8CAAFD-32AE-1E4D-BCBF-566289D373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99613" y="1676400"/>
            <a:ext cx="2147887" cy="2035175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D321C6-69D7-4B46-BCEC-7EF395C0224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15200" y="3863975"/>
            <a:ext cx="2132013" cy="2035175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FB662ED-357D-944A-9B07-9F6B045B2C6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599613" y="3863975"/>
            <a:ext cx="2132012" cy="203517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FE4EB-87B3-5343-85B5-52AE8A7D5F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717" y="1561024"/>
            <a:ext cx="4667251" cy="1154162"/>
          </a:xfrm>
        </p:spPr>
        <p:txBody>
          <a:bodyPr/>
          <a:lstStyle>
            <a:lvl1pPr>
              <a:defRPr sz="1500" b="1"/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BC7F802-A758-3443-97F1-96B536C192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57B993-BCED-D74F-A12A-C33EF50EF06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616774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ory Deck w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D7DD0BD-D236-0546-898C-2495CB23D02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99613" y="3863975"/>
            <a:ext cx="2132012" cy="203517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4E3305-46C5-7E44-B1D3-BDFBF8EEEDE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99613" y="1668463"/>
            <a:ext cx="2132012" cy="20542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35C48-743A-5445-AAF5-586326A113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73214"/>
            <a:ext cx="6405245" cy="1416297"/>
          </a:xfrm>
        </p:spPr>
        <p:txBody>
          <a:bodyPr/>
          <a:lstStyle>
            <a:lvl1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4F0BB111-C51B-1045-B049-CF1A1AD6C0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" y="3289300"/>
            <a:ext cx="3851275" cy="11541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EA2BB52-9331-434B-BA1F-462F92D5E0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0884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C6E4565-BC9A-FA48-8516-6BAE504E2D2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184041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415829-F5C7-7942-89D3-0A4DFC88263D}"/>
              </a:ext>
            </a:extLst>
          </p:cNvPr>
          <p:cNvSpPr/>
          <p:nvPr userDrawn="1"/>
        </p:nvSpPr>
        <p:spPr>
          <a:xfrm>
            <a:off x="0" y="5907974"/>
            <a:ext cx="12192000" cy="950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3320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!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26304651-E8AC-B942-A58D-4FEB07DC87E8}"/>
              </a:ext>
            </a:extLst>
          </p:cNvPr>
          <p:cNvSpPr/>
          <p:nvPr userDrawn="1"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0AAD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13FD9A62-7993-B14A-B48C-CE299AF7DDD6}"/>
              </a:ext>
            </a:extLst>
          </p:cNvPr>
          <p:cNvSpPr/>
          <p:nvPr userDrawn="1"/>
        </p:nvSpPr>
        <p:spPr>
          <a:xfrm>
            <a:off x="457200" y="6053608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AE977286-E261-4B4D-A6C8-6D923205C164}"/>
              </a:ext>
            </a:extLst>
          </p:cNvPr>
          <p:cNvSpPr txBox="1"/>
          <p:nvPr userDrawn="1"/>
        </p:nvSpPr>
        <p:spPr>
          <a:xfrm>
            <a:off x="10189462" y="6443479"/>
            <a:ext cx="1555115" cy="14605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50" b="1" spc="-5">
                <a:latin typeface="Arial"/>
                <a:cs typeface="Arial"/>
              </a:rPr>
              <a:t>rotmancommerce.utoronto.ca</a:t>
            </a:r>
            <a:endParaRPr sz="850">
              <a:latin typeface="Arial"/>
              <a:cs typeface="Arial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722407A-BC42-234C-8922-26C278DBA7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56" y="6208950"/>
            <a:ext cx="1320729" cy="345191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533BB37-C493-8945-B185-CFD05D32C7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179" y="1797272"/>
            <a:ext cx="5335588" cy="2539157"/>
          </a:xfrm>
        </p:spPr>
        <p:txBody>
          <a:bodyPr/>
          <a:lstStyle>
            <a:lvl1pPr>
              <a:defRPr sz="5500" b="1" spc="-1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263267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! w c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41B89F0A-60CD-104B-A7D8-98034312758C}"/>
              </a:ext>
            </a:extLst>
          </p:cNvPr>
          <p:cNvSpPr/>
          <p:nvPr userDrawn="1"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0AAD88"/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3989C9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BC52DC-F7E7-4F22-9DFA-37F24546F9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8343" y="6235600"/>
            <a:ext cx="1822026" cy="210552"/>
          </a:xfrm>
          <a:prstGeom prst="rect">
            <a:avLst/>
          </a:prstGeom>
        </p:spPr>
      </p:pic>
      <p:sp>
        <p:nvSpPr>
          <p:cNvPr id="8" name="object 10">
            <a:extLst>
              <a:ext uri="{FF2B5EF4-FFF2-40B4-BE49-F238E27FC236}">
                <a16:creationId xmlns:a16="http://schemas.microsoft.com/office/drawing/2014/main" id="{BF3A1261-11D3-804B-98FF-89FF7DF4BDDA}"/>
              </a:ext>
            </a:extLst>
          </p:cNvPr>
          <p:cNvSpPr/>
          <p:nvPr userDrawn="1"/>
        </p:nvSpPr>
        <p:spPr>
          <a:xfrm>
            <a:off x="457200" y="6552109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AFFCF906-DFC7-4281-963B-ADE3DAA5BC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20" y="219857"/>
            <a:ext cx="2331016" cy="6585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CEF7CF-5D87-8742-B624-CEA688AEE3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179" y="1797272"/>
            <a:ext cx="5335588" cy="2539157"/>
          </a:xfrm>
        </p:spPr>
        <p:txBody>
          <a:bodyPr/>
          <a:lstStyle>
            <a:lvl1pPr>
              <a:defRPr sz="5500" b="1" spc="-1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167EE0-55B4-41AB-B89A-497E8B64929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88" y="5676390"/>
            <a:ext cx="2758439" cy="72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8704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41B89F0A-60CD-104B-A7D8-98034312758C}"/>
              </a:ext>
            </a:extLst>
          </p:cNvPr>
          <p:cNvSpPr/>
          <p:nvPr userDrawn="1"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B6CD2D"/>
          </a:solidFill>
        </p:spPr>
        <p:txBody>
          <a:bodyPr wrap="square" lIns="0" tIns="0" rIns="0" bIns="0" rtlCol="0"/>
          <a:lstStyle/>
          <a:p>
            <a:endParaRPr>
              <a:solidFill>
                <a:srgbClr val="3989C9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E24D017-076C-4992-843C-900E841E09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8343" y="6235600"/>
            <a:ext cx="1822026" cy="210552"/>
          </a:xfrm>
          <a:prstGeom prst="rect">
            <a:avLst/>
          </a:prstGeom>
        </p:spPr>
      </p:pic>
      <p:sp>
        <p:nvSpPr>
          <p:cNvPr id="16" name="object 10">
            <a:extLst>
              <a:ext uri="{FF2B5EF4-FFF2-40B4-BE49-F238E27FC236}">
                <a16:creationId xmlns:a16="http://schemas.microsoft.com/office/drawing/2014/main" id="{9BBDD738-26E3-40EA-AEEA-003878547664}"/>
              </a:ext>
            </a:extLst>
          </p:cNvPr>
          <p:cNvSpPr/>
          <p:nvPr userDrawn="1"/>
        </p:nvSpPr>
        <p:spPr>
          <a:xfrm>
            <a:off x="457200" y="6552109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BF3A1261-11D3-804B-98FF-89FF7DF4BDDA}"/>
              </a:ext>
            </a:extLst>
          </p:cNvPr>
          <p:cNvSpPr/>
          <p:nvPr userDrawn="1"/>
        </p:nvSpPr>
        <p:spPr>
          <a:xfrm>
            <a:off x="457200" y="6552109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Picture 17" descr="A picture containing text&#10;&#10;Description automatically generated">
            <a:extLst>
              <a:ext uri="{FF2B5EF4-FFF2-40B4-BE49-F238E27FC236}">
                <a16:creationId xmlns:a16="http://schemas.microsoft.com/office/drawing/2014/main" id="{88FF0944-E25D-4AAA-8E53-D82BB86AC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20" y="219857"/>
            <a:ext cx="2331016" cy="6585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5904A4B-0ACE-454C-B6C9-A369F893EB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88" y="5676390"/>
            <a:ext cx="2758439" cy="720956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F93CCCC-BF13-0141-8147-14D3101933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7675" y="1746250"/>
            <a:ext cx="5354638" cy="2539157"/>
          </a:xfrm>
        </p:spPr>
        <p:txBody>
          <a:bodyPr/>
          <a:lstStyle>
            <a:lvl1pPr>
              <a:defRPr sz="5500" b="1" spc="-1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9E6D872-6483-584B-9439-73A276180C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7675" y="2647435"/>
            <a:ext cx="5354638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280540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41B89F0A-60CD-104B-A7D8-98034312758C}"/>
              </a:ext>
            </a:extLst>
          </p:cNvPr>
          <p:cNvSpPr/>
          <p:nvPr userDrawn="1"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B6CD2D"/>
          </a:solidFill>
        </p:spPr>
        <p:txBody>
          <a:bodyPr wrap="square" lIns="0" tIns="0" rIns="0" bIns="0" rtlCol="0"/>
          <a:lstStyle/>
          <a:p>
            <a:endParaRPr>
              <a:solidFill>
                <a:srgbClr val="3989C9"/>
              </a:solidFill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BF3A1261-11D3-804B-98FF-89FF7DF4BDDA}"/>
              </a:ext>
            </a:extLst>
          </p:cNvPr>
          <p:cNvSpPr/>
          <p:nvPr userDrawn="1"/>
        </p:nvSpPr>
        <p:spPr>
          <a:xfrm>
            <a:off x="457200" y="6552109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9">
            <a:extLst>
              <a:ext uri="{FF2B5EF4-FFF2-40B4-BE49-F238E27FC236}">
                <a16:creationId xmlns:a16="http://schemas.microsoft.com/office/drawing/2014/main" id="{801CCEB6-B202-5B4D-A7F6-BE88CAB48D36}"/>
              </a:ext>
            </a:extLst>
          </p:cNvPr>
          <p:cNvSpPr/>
          <p:nvPr userDrawn="1"/>
        </p:nvSpPr>
        <p:spPr>
          <a:xfrm>
            <a:off x="9906001" y="6237965"/>
            <a:ext cx="1824368" cy="210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0F9F90-E857-1048-BFCA-4E9B42854C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179" y="303515"/>
            <a:ext cx="2165877" cy="4804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F3E588-6EC5-6C4C-A264-CFC809450C4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87" y="5676389"/>
            <a:ext cx="2758440" cy="716315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F93CCCC-BF13-0141-8147-14D3101933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7675" y="1746250"/>
            <a:ext cx="5354638" cy="2539157"/>
          </a:xfrm>
        </p:spPr>
        <p:txBody>
          <a:bodyPr/>
          <a:lstStyle>
            <a:lvl1pPr>
              <a:defRPr sz="5500" b="1" spc="-1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9E6D872-6483-584B-9439-73A276180C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7675" y="2647435"/>
            <a:ext cx="5354638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492729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41B89F0A-60CD-104B-A7D8-98034312758C}"/>
              </a:ext>
            </a:extLst>
          </p:cNvPr>
          <p:cNvSpPr/>
          <p:nvPr userDrawn="1"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B6CD2D"/>
          </a:solidFill>
        </p:spPr>
        <p:txBody>
          <a:bodyPr wrap="square" lIns="0" tIns="0" rIns="0" bIns="0" rtlCol="0"/>
          <a:lstStyle/>
          <a:p>
            <a:endParaRPr>
              <a:solidFill>
                <a:srgbClr val="3989C9"/>
              </a:solidFill>
            </a:endParaRP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61DBE18F-9B85-5F4E-BBA7-A1008C0169F5}"/>
              </a:ext>
            </a:extLst>
          </p:cNvPr>
          <p:cNvSpPr/>
          <p:nvPr userDrawn="1"/>
        </p:nvSpPr>
        <p:spPr>
          <a:xfrm>
            <a:off x="457200" y="6053608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1636B5D-EDF0-1143-B5AD-1BD613B152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56" y="6208950"/>
            <a:ext cx="1320729" cy="345191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9DCFE31-6DE7-E14D-B1AC-127419A3A11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44500" y="1776939"/>
            <a:ext cx="4824413" cy="2308324"/>
          </a:xfrm>
        </p:spPr>
        <p:txBody>
          <a:bodyPr/>
          <a:lstStyle>
            <a:lvl1pPr marL="12700" marR="12700">
              <a:lnSpc>
                <a:spcPts val="5300"/>
              </a:lnSpc>
              <a:spcBef>
                <a:spcPts val="610"/>
              </a:spcBef>
              <a:defRPr sz="5500" b="1" spc="-15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55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55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55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55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12700">
              <a:lnSpc>
                <a:spcPts val="5950"/>
              </a:lnSpc>
              <a:spcBef>
                <a:spcPts val="100"/>
              </a:spcBef>
            </a:pPr>
            <a:r>
              <a:rPr lang="en-CA" spc="-145" dirty="0"/>
              <a:t>Section</a:t>
            </a:r>
            <a:r>
              <a:rPr lang="en-CA" spc="-340" dirty="0"/>
              <a:t> </a:t>
            </a:r>
            <a:r>
              <a:rPr lang="en-CA" spc="-170" dirty="0"/>
              <a:t>1: This is a longer section title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FFA1F-7458-2648-8890-A5EB032363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4500" y="4007207"/>
            <a:ext cx="3409043" cy="261610"/>
          </a:xfrm>
        </p:spPr>
        <p:txBody>
          <a:bodyPr/>
          <a:lstStyle>
            <a:lvl1pPr>
              <a:defRPr sz="1700" b="1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9CF70996-DDD5-BA45-B32D-765527635BF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0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 algn="r">
              <a:spcBef>
                <a:spcPts val="20"/>
              </a:spcBef>
            </a:pPr>
            <a:fld id="{2ED9487D-5AC4-D340-AD5D-72D20FBBF82E}" type="datetime4">
              <a:rPr lang="en-CA" spc="-5" smtClean="0">
                <a:solidFill>
                  <a:schemeClr val="tx1"/>
                </a:solidFill>
              </a:rPr>
              <a:pPr marL="12700" algn="r">
                <a:spcBef>
                  <a:spcPts val="20"/>
                </a:spcBef>
              </a:pPr>
              <a:t>September 26, 2025</a:t>
            </a:fld>
            <a:r>
              <a:rPr lang="en-CA" spc="-5" dirty="0"/>
              <a:t> </a:t>
            </a:r>
            <a:r>
              <a:rPr lang="en-CA" dirty="0"/>
              <a:t>/ </a:t>
            </a:r>
            <a:r>
              <a:rPr lang="en-CA" b="1" dirty="0">
                <a:solidFill>
                  <a:srgbClr val="000000"/>
                </a:solidFill>
              </a:rPr>
              <a:t>Presentation title</a:t>
            </a:r>
            <a:r>
              <a:rPr lang="en-CA" b="1" spc="165" dirty="0">
                <a:solidFill>
                  <a:srgbClr val="000000"/>
                </a:solidFill>
              </a:rPr>
              <a:t> </a:t>
            </a:r>
            <a:fld id="{81D60167-4931-47E6-BA6A-407CBD079E47}" type="slidenum">
              <a:rPr lang="en-CA" b="1" smtClean="0">
                <a:solidFill>
                  <a:srgbClr val="000000"/>
                </a:solidFill>
              </a:rPr>
              <a:pPr marL="12700" algn="r">
                <a:spcBef>
                  <a:spcPts val="20"/>
                </a:spcBef>
              </a:pPr>
              <a:t>‹#›</a:t>
            </a:fld>
            <a:endParaRPr lang="en-CA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88377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 Level Introduction - Colou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A2A32B-DD25-8447-BDBA-D75CE0A3DD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0838" y="1549400"/>
            <a:ext cx="6626431" cy="1769715"/>
          </a:xfrm>
        </p:spPr>
        <p:txBody>
          <a:bodyPr/>
          <a:lstStyle>
            <a:lvl1pPr>
              <a:defRPr sz="2300" b="1">
                <a:solidFill>
                  <a:srgbClr val="3F820D"/>
                </a:solidFill>
              </a:defRPr>
            </a:lvl1pPr>
            <a:lvl2pPr>
              <a:defRPr sz="2300" b="1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29901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 Level Introduction -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486577-6E5D-1F46-8DBD-1E120F03FD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0838" y="1549400"/>
            <a:ext cx="6673850" cy="1769715"/>
          </a:xfrm>
        </p:spPr>
        <p:txBody>
          <a:bodyPr/>
          <a:lstStyle>
            <a:lvl1pPr>
              <a:defRPr sz="2300" b="1">
                <a:solidFill>
                  <a:srgbClr val="3F820D"/>
                </a:solidFill>
              </a:defRPr>
            </a:lvl1pPr>
            <a:lvl2pPr>
              <a:defRPr sz="2300" b="1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628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 Level Introduction | Black text on solid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55F255EC-A5C5-A146-B75F-6D2F3868884E}"/>
              </a:ext>
            </a:extLst>
          </p:cNvPr>
          <p:cNvSpPr/>
          <p:nvPr userDrawn="1"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B6CD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1">
            <a:extLst>
              <a:ext uri="{FF2B5EF4-FFF2-40B4-BE49-F238E27FC236}">
                <a16:creationId xmlns:a16="http://schemas.microsoft.com/office/drawing/2014/main" id="{5531CBA8-592F-554E-968E-40947819B96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12700">
              <a:spcBef>
                <a:spcPts val="20"/>
              </a:spcBef>
            </a:pPr>
            <a:r>
              <a:rPr lang="en-US" spc="-5" dirty="0"/>
              <a:t>December 10, 2020 </a:t>
            </a:r>
            <a:r>
              <a:rPr lang="en-US" dirty="0"/>
              <a:t>/ Presented </a:t>
            </a:r>
            <a:r>
              <a:rPr lang="en-US" spc="-5" dirty="0"/>
              <a:t>by </a:t>
            </a:r>
            <a:r>
              <a:rPr lang="en-US" dirty="0"/>
              <a:t>Your Name / </a:t>
            </a:r>
            <a:r>
              <a:rPr lang="en-US" b="1" dirty="0"/>
              <a:t>Presentation title</a:t>
            </a:r>
            <a:r>
              <a:rPr lang="en-US" b="1" spc="165" dirty="0"/>
              <a:t> </a:t>
            </a:r>
            <a:fld id="{81D60167-4931-47E6-BA6A-407CBD079E47}" type="slidenum">
              <a:rPr lang="en-US" b="1" smtClean="0"/>
              <a:pPr marL="12700">
                <a:spcBef>
                  <a:spcPts val="20"/>
                </a:spcBef>
              </a:pPr>
              <a:t>‹#›</a:t>
            </a:fld>
            <a:endParaRPr lang="en-US" b="1" dirty="0"/>
          </a:p>
        </p:txBody>
      </p:sp>
      <p:sp>
        <p:nvSpPr>
          <p:cNvPr id="10" name="bg object 21">
            <a:extLst>
              <a:ext uri="{FF2B5EF4-FFF2-40B4-BE49-F238E27FC236}">
                <a16:creationId xmlns:a16="http://schemas.microsoft.com/office/drawing/2014/main" id="{75BDED71-0D42-AD43-AAFC-DFD5651A72F2}"/>
              </a:ext>
            </a:extLst>
          </p:cNvPr>
          <p:cNvSpPr/>
          <p:nvPr userDrawn="1"/>
        </p:nvSpPr>
        <p:spPr>
          <a:xfrm>
            <a:off x="457200" y="6053608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CCED8C-D507-884B-AE3B-D90759A99B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56" y="6208950"/>
            <a:ext cx="1320729" cy="345191"/>
          </a:xfrm>
          <a:prstGeom prst="rect">
            <a:avLst/>
          </a:prstGeom>
        </p:spPr>
      </p:pic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4E9F09B-A08C-2342-A676-1218599858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4500" y="1584256"/>
            <a:ext cx="5772149" cy="1769715"/>
          </a:xfrm>
        </p:spPr>
        <p:txBody>
          <a:bodyPr/>
          <a:lstStyle>
            <a:lvl1pPr>
              <a:defRPr sz="2300" b="1" spc="0">
                <a:solidFill>
                  <a:schemeClr val="tx1"/>
                </a:solidFill>
              </a:defRPr>
            </a:lvl1pPr>
            <a:lvl2pPr>
              <a:defRPr sz="2300" b="1" i="0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 i="0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 i="0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 i="0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132005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statement | Colou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34D775F-061E-224E-945D-DEDC9FDE60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088" y="1584256"/>
            <a:ext cx="6452552" cy="1769715"/>
          </a:xfrm>
        </p:spPr>
        <p:txBody>
          <a:bodyPr/>
          <a:lstStyle>
            <a:lvl1pPr>
              <a:defRPr b="1" spc="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300" b="1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762462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statement | Black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265D2B-FE0C-C544-8519-20D33AE12D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088" y="1579563"/>
            <a:ext cx="6465887" cy="1769715"/>
          </a:xfrm>
        </p:spPr>
        <p:txBody>
          <a:bodyPr/>
          <a:lstStyle>
            <a:lvl1pPr>
              <a:defRPr sz="2300" b="1" spc="0">
                <a:solidFill>
                  <a:schemeClr val="tx1"/>
                </a:solidFill>
              </a:defRPr>
            </a:lvl1pPr>
            <a:lvl2pPr>
              <a:defRPr sz="2300" b="1" i="0" spc="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 i="0" spc="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 i="0" spc="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 i="0" spc="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797007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bold text w Image background | Coloured box,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0E69F-4D8D-CC46-9378-8F74F281AC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D2F965-695C-FC4A-8F68-9A6EB9F981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3152" y="443747"/>
            <a:ext cx="4868943" cy="3837150"/>
          </a:xfrm>
          <a:solidFill>
            <a:srgbClr val="B6CD2D"/>
          </a:solidFill>
        </p:spPr>
        <p:txBody>
          <a:bodyPr lIns="216000" tIns="216000" rIns="216000" bIns="216000"/>
          <a:lstStyle>
            <a:lvl1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/>
          </a:p>
          <a:p>
            <a:pPr lvl="4"/>
            <a:endParaRPr lang="en-US"/>
          </a:p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867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bold text w Image background | White box, colou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0E69F-4D8D-CC46-9378-8F74F281AC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D2F965-695C-FC4A-8F68-9A6EB9F981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3152" y="443744"/>
            <a:ext cx="4868943" cy="1898157"/>
          </a:xfrm>
          <a:solidFill>
            <a:schemeClr val="bg1"/>
          </a:solidFill>
        </p:spPr>
        <p:txBody>
          <a:bodyPr lIns="216000" tIns="216000" rIns="216000" bIns="216000"/>
          <a:lstStyle>
            <a:lvl1pPr>
              <a:defRPr b="1" i="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1" i="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1" i="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1" i="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1" i="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953857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bold text w Image background | White box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0E69F-4D8D-CC46-9378-8F74F281AC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D2F965-695C-FC4A-8F68-9A6EB9F981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3152" y="443745"/>
            <a:ext cx="4868943" cy="3790800"/>
          </a:xfrm>
          <a:solidFill>
            <a:schemeClr val="bg1"/>
          </a:solidFill>
        </p:spPr>
        <p:txBody>
          <a:bodyPr lIns="216000" tIns="216000" rIns="216000" bIns="216000"/>
          <a:lstStyle>
            <a:lvl1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4699146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bold text w Image background | White box, black title, colour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0E69F-4D8D-CC46-9378-8F74F281AC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D2F965-695C-FC4A-8F68-9A6EB9F981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3152" y="443743"/>
            <a:ext cx="4868943" cy="1898157"/>
          </a:xfrm>
          <a:solidFill>
            <a:schemeClr val="bg1"/>
          </a:solidFill>
        </p:spPr>
        <p:txBody>
          <a:bodyPr lIns="216000" tIns="216000" rIns="216000" bIns="216000"/>
          <a:lstStyle>
            <a:lvl1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1" i="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1" i="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1" i="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1" i="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905021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bold text w Image background | White box, colour title, black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0E69F-4D8D-CC46-9378-8F74F281AC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D2F965-695C-FC4A-8F68-9A6EB9F981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3152" y="443742"/>
            <a:ext cx="4868943" cy="1898157"/>
          </a:xfrm>
          <a:solidFill>
            <a:schemeClr val="bg1"/>
          </a:solidFill>
        </p:spPr>
        <p:txBody>
          <a:bodyPr lIns="216000" tIns="216000" rIns="216000" bIns="216000"/>
          <a:lstStyle>
            <a:lvl1pPr>
              <a:defRPr b="1" i="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942166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block with 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4A93D-EBB5-B643-9C7A-9C89D4E4E8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3CDDE-4A3B-1346-B77A-8827E882A6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4500" y="1561025"/>
            <a:ext cx="6302375" cy="1154162"/>
          </a:xfrm>
        </p:spPr>
        <p:txBody>
          <a:bodyPr/>
          <a:lstStyle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703600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block with slide title and c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ED3D9C-F9AD-C44D-BD54-6E98882319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278" y="6203264"/>
            <a:ext cx="1691881" cy="375290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FD26B32-B3A2-3747-AC2D-489DA69264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4500" y="1561025"/>
            <a:ext cx="6302375" cy="1154162"/>
          </a:xfrm>
        </p:spPr>
        <p:txBody>
          <a:bodyPr/>
          <a:lstStyle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1739F9C-CB83-E648-8ADA-DB2C05DBE3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319400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block w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D38CE-F5CA-8443-9009-39938CAF46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C577E1B-F777-5E49-8E82-6E1517319A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61025"/>
            <a:ext cx="6609080" cy="1154162"/>
          </a:xfrm>
        </p:spPr>
        <p:txBody>
          <a:bodyPr/>
          <a:lstStyle>
            <a:lvl1pPr>
              <a:defRPr sz="15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 b="0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 b="0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 b="0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 b="0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975BC79-6E5D-8542-88D6-E61894AF96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081823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block w double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B0453-9E73-EA40-8DDC-F38CF35B3F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81731"/>
            <a:ext cx="6832600" cy="1154162"/>
          </a:xfrm>
        </p:spPr>
        <p:txBody>
          <a:bodyPr/>
          <a:lstStyle>
            <a:lvl1pPr>
              <a:defRPr sz="15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605414D-8A6C-C348-8498-3613C2BC5D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D95185A-04E8-C349-8661-A3DBB6FE57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011639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F94F7-92FB-9F43-8222-4D5E41498B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4500" y="1561024"/>
            <a:ext cx="3851275" cy="11541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170969A-185B-B24B-A40C-799FCC3986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2448189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bulleted list with slid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C2E8EA-93A1-0147-B8DB-4476D0E1E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61025"/>
            <a:ext cx="3851275" cy="11541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AB0580B-03FC-EB48-8C62-62AE98F5A1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5C8E619-51B3-9A4B-8DED-7903FF68FC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348297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bulleted lis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32907AF-CDAB-AA40-B083-1C35508137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8549"/>
            <a:ext cx="4667250" cy="1154162"/>
          </a:xfrm>
        </p:spPr>
        <p:txBody>
          <a:bodyPr/>
          <a:lstStyle>
            <a:lvl1pPr>
              <a:buFont typeface="Arial" panose="020B0604020202020204" pitchFamily="34" charset="0"/>
              <a:buNone/>
              <a:defRPr sz="15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FE2D5B3-AE31-A142-BBDD-5C29107B5F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B862641-6626-DB4A-AE35-229F076BEB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722354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bulleted list with subhead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75E194A-48EF-A145-ACB1-2618F11392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62829"/>
            <a:ext cx="5527039" cy="3098266"/>
          </a:xfrm>
        </p:spPr>
        <p:txBody>
          <a:bodyPr/>
          <a:lstStyle>
            <a:lvl1pPr>
              <a:buFont typeface="Arial" panose="020B0604020202020204" pitchFamily="34" charset="0"/>
              <a:buNone/>
              <a:defRPr sz="15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AA46ED4-8BBA-3A4A-9FAB-7D750318E6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D5DAF7F-1AD5-B143-A3FB-5F234A5B93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60703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bulleted list with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E6E5A15-2FA2-524D-8985-D88CA4E835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62829"/>
            <a:ext cx="6597015" cy="3657066"/>
          </a:xfrm>
        </p:spPr>
        <p:txBody>
          <a:bodyPr/>
          <a:lstStyle>
            <a:lvl1pPr>
              <a:buFont typeface="Arial" panose="020B0604020202020204" pitchFamily="34" charset="0"/>
              <a:buNone/>
              <a:defRPr sz="15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225441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ory Deck w black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28CC107-7309-CB4A-9D44-84D1AEB6FC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" y="3289300"/>
            <a:ext cx="3851275" cy="11541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D35A78-CDBE-0747-8CBB-E21AD7D8E4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74800"/>
            <a:ext cx="6405245" cy="1414711"/>
          </a:xfrm>
        </p:spPr>
        <p:txBody>
          <a:bodyPr/>
          <a:lstStyle>
            <a:lvl1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EAB34B8-C390-414B-BCFD-E9407DD4C21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E82A51B-83E1-974F-BE50-BD7155DC43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933310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ory Deck w colou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28CC107-7309-CB4A-9D44-84D1AEB6FC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" y="3289300"/>
            <a:ext cx="3851275" cy="11541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D35A78-CDBE-0747-8CBB-E21AD7D8E4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74800"/>
            <a:ext cx="6405245" cy="1769715"/>
          </a:xfrm>
        </p:spPr>
        <p:txBody>
          <a:bodyPr/>
          <a:lstStyle>
            <a:lvl1pPr>
              <a:defRPr sz="2300" b="1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300" b="1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8C2311A-10B7-194E-91FB-4D25CFBE5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82B3D7-81E7-1846-9B98-4383D5E992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8661673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ory Deck w no title, colou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4">
            <a:extLst>
              <a:ext uri="{FF2B5EF4-FFF2-40B4-BE49-F238E27FC236}">
                <a16:creationId xmlns:a16="http://schemas.microsoft.com/office/drawing/2014/main" id="{76826B61-18B0-6741-BD61-E8D40B42770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CE2DFFEC-1AD8-234A-8A99-75AEFA6522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" y="3289300"/>
            <a:ext cx="3851275" cy="11541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4807E1E-DF60-CC4D-BDB6-0AE84C0841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74800"/>
            <a:ext cx="6405245" cy="1769715"/>
          </a:xfrm>
        </p:spPr>
        <p:txBody>
          <a:bodyPr/>
          <a:lstStyle>
            <a:lvl1pPr>
              <a:defRPr sz="2300" b="1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300" b="1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137591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block w Subhead, 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43FA651-85B5-5746-B277-87E8EC2680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5200" y="1543049"/>
            <a:ext cx="4432300" cy="423227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41953-9911-9C46-B060-926436AB93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43049"/>
            <a:ext cx="6632575" cy="1154162"/>
          </a:xfrm>
        </p:spPr>
        <p:txBody>
          <a:bodyPr/>
          <a:lstStyle>
            <a:lvl1pPr>
              <a:defRPr sz="1500" b="1" spc="0"/>
            </a:lvl1pPr>
            <a:lvl2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379D7A2-3DEE-974A-B4D5-69A17A58B7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4511DE4-5462-CF4D-B3B3-E5A65FCC5A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583368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block w Subhead, 4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57144C-569E-234F-A291-39566F0B02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5200" y="1676400"/>
            <a:ext cx="2132013" cy="203517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E8CAAFD-32AE-1E4D-BCBF-566289D373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99613" y="1676400"/>
            <a:ext cx="2147887" cy="2035175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D321C6-69D7-4B46-BCEC-7EF395C0224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15200" y="3863975"/>
            <a:ext cx="2132013" cy="2035175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FB662ED-357D-944A-9B07-9F6B045B2C6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599613" y="3863975"/>
            <a:ext cx="2132012" cy="203517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FE4EB-87B3-5343-85B5-52AE8A7D5F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717" y="1561024"/>
            <a:ext cx="4667251" cy="1154162"/>
          </a:xfrm>
        </p:spPr>
        <p:txBody>
          <a:bodyPr/>
          <a:lstStyle>
            <a:lvl1pPr>
              <a:defRPr sz="1500" b="1"/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BC7F802-A758-3443-97F1-96B536C192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57B993-BCED-D74F-A12A-C33EF50EF06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775004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ory Deck w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D7DD0BD-D236-0546-898C-2495CB23D02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99613" y="3863975"/>
            <a:ext cx="2132012" cy="203517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4E3305-46C5-7E44-B1D3-BDFBF8EEEDE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99613" y="1668463"/>
            <a:ext cx="2132012" cy="20542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35C48-743A-5445-AAF5-586326A113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73214"/>
            <a:ext cx="6405245" cy="1416297"/>
          </a:xfrm>
        </p:spPr>
        <p:txBody>
          <a:bodyPr/>
          <a:lstStyle>
            <a:lvl1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4F0BB111-C51B-1045-B049-CF1A1AD6C0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" y="3289300"/>
            <a:ext cx="3851275" cy="11541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EA2BB52-9331-434B-BA1F-462F92D5E0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3F82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C6E4565-BC9A-FA48-8516-6BAE504E2D2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760052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415829-F5C7-7942-89D3-0A4DFC88263D}"/>
              </a:ext>
            </a:extLst>
          </p:cNvPr>
          <p:cNvSpPr/>
          <p:nvPr userDrawn="1"/>
        </p:nvSpPr>
        <p:spPr>
          <a:xfrm>
            <a:off x="0" y="5907974"/>
            <a:ext cx="12192000" cy="950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7569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!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26304651-E8AC-B942-A58D-4FEB07DC87E8}"/>
              </a:ext>
            </a:extLst>
          </p:cNvPr>
          <p:cNvSpPr/>
          <p:nvPr userDrawn="1"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B6CD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13FD9A62-7993-B14A-B48C-CE299AF7DDD6}"/>
              </a:ext>
            </a:extLst>
          </p:cNvPr>
          <p:cNvSpPr/>
          <p:nvPr userDrawn="1"/>
        </p:nvSpPr>
        <p:spPr>
          <a:xfrm>
            <a:off x="457200" y="6053608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AE977286-E261-4B4D-A6C8-6D923205C164}"/>
              </a:ext>
            </a:extLst>
          </p:cNvPr>
          <p:cNvSpPr txBox="1"/>
          <p:nvPr userDrawn="1"/>
        </p:nvSpPr>
        <p:spPr>
          <a:xfrm>
            <a:off x="10189462" y="6443479"/>
            <a:ext cx="1555115" cy="14605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50" b="1" spc="-5">
                <a:latin typeface="Arial"/>
                <a:cs typeface="Arial"/>
              </a:rPr>
              <a:t>rotmancommerce.utoronto.ca</a:t>
            </a:r>
            <a:endParaRPr sz="850">
              <a:latin typeface="Arial"/>
              <a:cs typeface="Arial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722407A-BC42-234C-8922-26C278DBA7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56" y="6208950"/>
            <a:ext cx="1320729" cy="345191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533BB37-C493-8945-B185-CFD05D32C7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179" y="1797272"/>
            <a:ext cx="5335588" cy="2539157"/>
          </a:xfrm>
        </p:spPr>
        <p:txBody>
          <a:bodyPr/>
          <a:lstStyle>
            <a:lvl1pPr>
              <a:defRPr sz="5500" b="1" spc="-1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993195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! w c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41B89F0A-60CD-104B-A7D8-98034312758C}"/>
              </a:ext>
            </a:extLst>
          </p:cNvPr>
          <p:cNvSpPr/>
          <p:nvPr userDrawn="1"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B6CD2D"/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3989C9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BC52DC-F7E7-4F22-9DFA-37F24546F9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8343" y="6235600"/>
            <a:ext cx="1822026" cy="210552"/>
          </a:xfrm>
          <a:prstGeom prst="rect">
            <a:avLst/>
          </a:prstGeom>
        </p:spPr>
      </p:pic>
      <p:sp>
        <p:nvSpPr>
          <p:cNvPr id="8" name="object 10">
            <a:extLst>
              <a:ext uri="{FF2B5EF4-FFF2-40B4-BE49-F238E27FC236}">
                <a16:creationId xmlns:a16="http://schemas.microsoft.com/office/drawing/2014/main" id="{BF3A1261-11D3-804B-98FF-89FF7DF4BDDA}"/>
              </a:ext>
            </a:extLst>
          </p:cNvPr>
          <p:cNvSpPr/>
          <p:nvPr userDrawn="1"/>
        </p:nvSpPr>
        <p:spPr>
          <a:xfrm>
            <a:off x="457200" y="6552109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AFFCF906-DFC7-4281-963B-ADE3DAA5BC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20" y="219857"/>
            <a:ext cx="2331016" cy="6585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CEF7CF-5D87-8742-B624-CEA688AEE3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179" y="1797272"/>
            <a:ext cx="5335588" cy="2539157"/>
          </a:xfrm>
        </p:spPr>
        <p:txBody>
          <a:bodyPr/>
          <a:lstStyle>
            <a:lvl1pPr>
              <a:defRPr sz="5500" b="1" spc="-1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167EE0-55B4-41AB-B89A-497E8B64929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88" y="5676390"/>
            <a:ext cx="2758439" cy="72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8095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41B89F0A-60CD-104B-A7D8-98034312758C}"/>
              </a:ext>
            </a:extLst>
          </p:cNvPr>
          <p:cNvSpPr/>
          <p:nvPr userDrawn="1"/>
        </p:nvSpPr>
        <p:spPr>
          <a:xfrm>
            <a:off x="254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ED037C"/>
          </a:solidFill>
        </p:spPr>
        <p:txBody>
          <a:bodyPr wrap="square" lIns="0" tIns="0" rIns="0" bIns="0" rtlCol="0"/>
          <a:lstStyle/>
          <a:p>
            <a:endParaRPr>
              <a:solidFill>
                <a:srgbClr val="3989C9"/>
              </a:solidFill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BF3A1261-11D3-804B-98FF-89FF7DF4BDDA}"/>
              </a:ext>
            </a:extLst>
          </p:cNvPr>
          <p:cNvSpPr/>
          <p:nvPr userDrawn="1"/>
        </p:nvSpPr>
        <p:spPr>
          <a:xfrm>
            <a:off x="457200" y="6552109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9">
            <a:extLst>
              <a:ext uri="{FF2B5EF4-FFF2-40B4-BE49-F238E27FC236}">
                <a16:creationId xmlns:a16="http://schemas.microsoft.com/office/drawing/2014/main" id="{801CCEB6-B202-5B4D-A7F6-BE88CAB48D36}"/>
              </a:ext>
            </a:extLst>
          </p:cNvPr>
          <p:cNvSpPr/>
          <p:nvPr userDrawn="1"/>
        </p:nvSpPr>
        <p:spPr>
          <a:xfrm>
            <a:off x="9906001" y="6237965"/>
            <a:ext cx="1824368" cy="210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0F9F90-E857-1048-BFCA-4E9B42854C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179" y="303515"/>
            <a:ext cx="2165877" cy="4804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F3E588-6EC5-6C4C-A264-CFC809450C4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87" y="5676389"/>
            <a:ext cx="2758440" cy="716315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F93CCCC-BF13-0141-8147-14D3101933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7675" y="1746250"/>
            <a:ext cx="5354638" cy="2539157"/>
          </a:xfrm>
        </p:spPr>
        <p:txBody>
          <a:bodyPr/>
          <a:lstStyle>
            <a:lvl1pPr>
              <a:defRPr sz="5500" b="1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9E6D872-6483-584B-9439-73A276180C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7675" y="2647435"/>
            <a:ext cx="5354638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860761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41B89F0A-60CD-104B-A7D8-98034312758C}"/>
              </a:ext>
            </a:extLst>
          </p:cNvPr>
          <p:cNvSpPr/>
          <p:nvPr userDrawn="1"/>
        </p:nvSpPr>
        <p:spPr>
          <a:xfrm>
            <a:off x="254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ED037C"/>
          </a:solidFill>
        </p:spPr>
        <p:txBody>
          <a:bodyPr wrap="square" lIns="0" tIns="0" rIns="0" bIns="0" rtlCol="0"/>
          <a:lstStyle/>
          <a:p>
            <a:endParaRPr>
              <a:solidFill>
                <a:srgbClr val="3989C9"/>
              </a:solidFill>
            </a:endParaRP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61DBE18F-9B85-5F4E-BBA7-A1008C0169F5}"/>
              </a:ext>
            </a:extLst>
          </p:cNvPr>
          <p:cNvSpPr/>
          <p:nvPr userDrawn="1"/>
        </p:nvSpPr>
        <p:spPr>
          <a:xfrm>
            <a:off x="457200" y="6053608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1636B5D-EDF0-1143-B5AD-1BD613B152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56" y="6208950"/>
            <a:ext cx="1320729" cy="345191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9DCFE31-6DE7-E14D-B1AC-127419A3A11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44500" y="1776939"/>
            <a:ext cx="4824413" cy="2205732"/>
          </a:xfrm>
        </p:spPr>
        <p:txBody>
          <a:bodyPr/>
          <a:lstStyle>
            <a:lvl1pPr marL="12700" marR="12700">
              <a:lnSpc>
                <a:spcPts val="5300"/>
              </a:lnSpc>
              <a:spcBef>
                <a:spcPts val="610"/>
              </a:spcBef>
              <a:defRPr sz="5500" b="1" spc="-15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55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55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55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55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12700">
              <a:lnSpc>
                <a:spcPts val="5950"/>
              </a:lnSpc>
              <a:spcBef>
                <a:spcPts val="100"/>
              </a:spcBef>
            </a:pPr>
            <a:r>
              <a:rPr lang="en-CA" spc="-145"/>
              <a:t>Section</a:t>
            </a:r>
            <a:r>
              <a:rPr lang="en-CA" spc="-340"/>
              <a:t> </a:t>
            </a:r>
            <a:r>
              <a:rPr lang="en-CA" spc="-170"/>
              <a:t>1:</a:t>
            </a:r>
          </a:p>
          <a:p>
            <a:pPr marL="12700" marR="12700">
              <a:lnSpc>
                <a:spcPts val="5300"/>
              </a:lnSpc>
              <a:spcBef>
                <a:spcPts val="610"/>
              </a:spcBef>
            </a:pPr>
            <a:r>
              <a:rPr lang="en-CA" spc="-125">
                <a:solidFill>
                  <a:srgbClr val="FFFFFF"/>
                </a:solidFill>
              </a:rPr>
              <a:t>This </a:t>
            </a:r>
            <a:r>
              <a:rPr lang="en-CA" spc="-85">
                <a:solidFill>
                  <a:srgbClr val="FFFFFF"/>
                </a:solidFill>
              </a:rPr>
              <a:t>is </a:t>
            </a:r>
            <a:r>
              <a:rPr lang="en-CA">
                <a:solidFill>
                  <a:srgbClr val="FFFFFF"/>
                </a:solidFill>
              </a:rPr>
              <a:t>a</a:t>
            </a:r>
            <a:r>
              <a:rPr lang="en-CA" spc="-875">
                <a:solidFill>
                  <a:srgbClr val="FFFFFF"/>
                </a:solidFill>
              </a:rPr>
              <a:t> </a:t>
            </a:r>
            <a:r>
              <a:rPr lang="en-CA" spc="-165">
                <a:solidFill>
                  <a:srgbClr val="FFFFFF"/>
                </a:solidFill>
              </a:rPr>
              <a:t>longer  </a:t>
            </a:r>
            <a:r>
              <a:rPr lang="en-CA" spc="-150">
                <a:solidFill>
                  <a:srgbClr val="FFFFFF"/>
                </a:solidFill>
              </a:rPr>
              <a:t>section</a:t>
            </a:r>
            <a:r>
              <a:rPr lang="en-CA" spc="-345">
                <a:solidFill>
                  <a:srgbClr val="FFFFFF"/>
                </a:solidFill>
              </a:rPr>
              <a:t> </a:t>
            </a:r>
            <a:r>
              <a:rPr lang="en-CA" spc="-165">
                <a:solidFill>
                  <a:srgbClr val="FFFFFF"/>
                </a:solidFill>
              </a:rPr>
              <a:t>title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FFA1F-7458-2648-8890-A5EB032363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4500" y="4007207"/>
            <a:ext cx="3409043" cy="261610"/>
          </a:xfrm>
        </p:spPr>
        <p:txBody>
          <a:bodyPr/>
          <a:lstStyle>
            <a:lvl1pPr>
              <a:defRPr sz="1700" b="1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9CF70996-DDD5-BA45-B32D-765527635BF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0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 algn="r">
              <a:spcBef>
                <a:spcPts val="20"/>
              </a:spcBef>
            </a:pPr>
            <a:fld id="{2ED9487D-5AC4-D340-AD5D-72D20FBBF82E}" type="datetime4">
              <a:rPr lang="en-CA" spc="-5" smtClean="0">
                <a:solidFill>
                  <a:schemeClr val="tx1"/>
                </a:solidFill>
              </a:rPr>
              <a:pPr marL="12700" algn="r">
                <a:spcBef>
                  <a:spcPts val="20"/>
                </a:spcBef>
              </a:pPr>
              <a:t>September 26, 2025</a:t>
            </a:fld>
            <a:r>
              <a:rPr lang="en-CA" spc="-5" dirty="0"/>
              <a:t> </a:t>
            </a:r>
            <a:r>
              <a:rPr lang="en-CA" dirty="0"/>
              <a:t>/ </a:t>
            </a:r>
            <a:r>
              <a:rPr lang="en-CA" b="1" dirty="0">
                <a:solidFill>
                  <a:srgbClr val="000000"/>
                </a:solidFill>
              </a:rPr>
              <a:t>Presentation title</a:t>
            </a:r>
            <a:r>
              <a:rPr lang="en-CA" b="1" spc="165" dirty="0">
                <a:solidFill>
                  <a:srgbClr val="000000"/>
                </a:solidFill>
              </a:rPr>
              <a:t> </a:t>
            </a:r>
            <a:fld id="{81D60167-4931-47E6-BA6A-407CBD079E47}" type="slidenum">
              <a:rPr lang="en-CA" b="1" smtClean="0">
                <a:solidFill>
                  <a:srgbClr val="000000"/>
                </a:solidFill>
              </a:rPr>
              <a:pPr marL="12700" algn="r">
                <a:spcBef>
                  <a:spcPts val="20"/>
                </a:spcBef>
              </a:pPr>
              <a:t>‹#›</a:t>
            </a:fld>
            <a:endParaRPr lang="en-CA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90717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 Level Introduction - Colou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A2A32B-DD25-8447-BDBA-D75CE0A3DD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0838" y="1549400"/>
            <a:ext cx="6626431" cy="1769715"/>
          </a:xfrm>
        </p:spPr>
        <p:txBody>
          <a:bodyPr/>
          <a:lstStyle>
            <a:lvl1pPr>
              <a:defRPr sz="2300" b="1">
                <a:solidFill>
                  <a:srgbClr val="ED037C"/>
                </a:solidFill>
              </a:defRPr>
            </a:lvl1pPr>
            <a:lvl2pPr>
              <a:defRPr sz="2300" b="1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98958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 Level Introduction -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486577-6E5D-1F46-8DBD-1E120F03FD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0838" y="1549400"/>
            <a:ext cx="6673850" cy="1769715"/>
          </a:xfrm>
        </p:spPr>
        <p:txBody>
          <a:bodyPr/>
          <a:lstStyle>
            <a:lvl1pPr>
              <a:defRPr sz="2300" b="1">
                <a:solidFill>
                  <a:schemeClr val="tx1"/>
                </a:solidFill>
              </a:defRPr>
            </a:lvl1pPr>
            <a:lvl2pPr>
              <a:defRPr sz="23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724083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 Level Introduction | White text on solid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55F255EC-A5C5-A146-B75F-6D2F3868884E}"/>
              </a:ext>
            </a:extLst>
          </p:cNvPr>
          <p:cNvSpPr/>
          <p:nvPr userDrawn="1"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ED037C"/>
          </a:solidFill>
        </p:spPr>
        <p:txBody>
          <a:bodyPr wrap="square" lIns="0" tIns="0" rIns="0" bIns="0" rtlCol="0"/>
          <a:lstStyle/>
          <a:p>
            <a:endParaRPr>
              <a:solidFill>
                <a:srgbClr val="F27184"/>
              </a:solidFill>
            </a:endParaRPr>
          </a:p>
        </p:txBody>
      </p:sp>
      <p:sp>
        <p:nvSpPr>
          <p:cNvPr id="8" name="object 11">
            <a:extLst>
              <a:ext uri="{FF2B5EF4-FFF2-40B4-BE49-F238E27FC236}">
                <a16:creationId xmlns:a16="http://schemas.microsoft.com/office/drawing/2014/main" id="{5531CBA8-592F-554E-968E-40947819B96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12700">
              <a:spcBef>
                <a:spcPts val="20"/>
              </a:spcBef>
            </a:pPr>
            <a:r>
              <a:rPr lang="en-US" spc="-5" dirty="0"/>
              <a:t>December 10, 2020 </a:t>
            </a:r>
            <a:r>
              <a:rPr lang="en-US" dirty="0"/>
              <a:t>/ Presented </a:t>
            </a:r>
            <a:r>
              <a:rPr lang="en-US" spc="-5" dirty="0"/>
              <a:t>by </a:t>
            </a:r>
            <a:r>
              <a:rPr lang="en-US" dirty="0"/>
              <a:t>Your Name / </a:t>
            </a:r>
            <a:r>
              <a:rPr lang="en-US" b="1" dirty="0"/>
              <a:t>Presentation title</a:t>
            </a:r>
            <a:r>
              <a:rPr lang="en-US" b="1" spc="165" dirty="0"/>
              <a:t> </a:t>
            </a:r>
            <a:fld id="{81D60167-4931-47E6-BA6A-407CBD079E47}" type="slidenum">
              <a:rPr lang="en-US" b="1" smtClean="0"/>
              <a:pPr marL="12700">
                <a:spcBef>
                  <a:spcPts val="20"/>
                </a:spcBef>
              </a:pPr>
              <a:t>‹#›</a:t>
            </a:fld>
            <a:endParaRPr lang="en-US" b="1" dirty="0"/>
          </a:p>
        </p:txBody>
      </p:sp>
      <p:sp>
        <p:nvSpPr>
          <p:cNvPr id="10" name="bg object 21">
            <a:extLst>
              <a:ext uri="{FF2B5EF4-FFF2-40B4-BE49-F238E27FC236}">
                <a16:creationId xmlns:a16="http://schemas.microsoft.com/office/drawing/2014/main" id="{75BDED71-0D42-AD43-AAFC-DFD5651A72F2}"/>
              </a:ext>
            </a:extLst>
          </p:cNvPr>
          <p:cNvSpPr/>
          <p:nvPr userDrawn="1"/>
        </p:nvSpPr>
        <p:spPr>
          <a:xfrm>
            <a:off x="457200" y="6053608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CCED8C-D507-884B-AE3B-D90759A99B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56" y="6208950"/>
            <a:ext cx="1320729" cy="345191"/>
          </a:xfrm>
          <a:prstGeom prst="rect">
            <a:avLst/>
          </a:prstGeom>
        </p:spPr>
      </p:pic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E187EDA-ABF3-6545-81C9-C9C5B5F2B5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4501" y="1584256"/>
            <a:ext cx="5772149" cy="1769715"/>
          </a:xfrm>
        </p:spPr>
        <p:txBody>
          <a:bodyPr/>
          <a:lstStyle>
            <a:lvl1pPr>
              <a:defRPr sz="2300" b="1" spc="0">
                <a:solidFill>
                  <a:schemeClr val="bg1"/>
                </a:solidFill>
              </a:defRPr>
            </a:lvl1pPr>
            <a:lvl2pPr>
              <a:defRPr sz="2300" b="1" i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 i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 i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 i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349056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 Level Introduction | Black text on solid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55F255EC-A5C5-A146-B75F-6D2F3868884E}"/>
              </a:ext>
            </a:extLst>
          </p:cNvPr>
          <p:cNvSpPr/>
          <p:nvPr userDrawn="1"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ED03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1">
            <a:extLst>
              <a:ext uri="{FF2B5EF4-FFF2-40B4-BE49-F238E27FC236}">
                <a16:creationId xmlns:a16="http://schemas.microsoft.com/office/drawing/2014/main" id="{5531CBA8-592F-554E-968E-40947819B96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12700">
              <a:spcBef>
                <a:spcPts val="20"/>
              </a:spcBef>
            </a:pPr>
            <a:r>
              <a:rPr lang="en-US" spc="-5" dirty="0"/>
              <a:t>December 10, 2020 </a:t>
            </a:r>
            <a:r>
              <a:rPr lang="en-US" dirty="0"/>
              <a:t>/ Presented </a:t>
            </a:r>
            <a:r>
              <a:rPr lang="en-US" spc="-5" dirty="0"/>
              <a:t>by </a:t>
            </a:r>
            <a:r>
              <a:rPr lang="en-US" dirty="0"/>
              <a:t>Your Name / </a:t>
            </a:r>
            <a:r>
              <a:rPr lang="en-US" b="1" dirty="0"/>
              <a:t>Presentation title</a:t>
            </a:r>
            <a:r>
              <a:rPr lang="en-US" b="1" spc="165" dirty="0"/>
              <a:t> </a:t>
            </a:r>
            <a:fld id="{81D60167-4931-47E6-BA6A-407CBD079E47}" type="slidenum">
              <a:rPr lang="en-US" b="1" smtClean="0"/>
              <a:pPr marL="12700">
                <a:spcBef>
                  <a:spcPts val="20"/>
                </a:spcBef>
              </a:pPr>
              <a:t>‹#›</a:t>
            </a:fld>
            <a:endParaRPr lang="en-US" b="1" dirty="0"/>
          </a:p>
        </p:txBody>
      </p:sp>
      <p:sp>
        <p:nvSpPr>
          <p:cNvPr id="10" name="bg object 21">
            <a:extLst>
              <a:ext uri="{FF2B5EF4-FFF2-40B4-BE49-F238E27FC236}">
                <a16:creationId xmlns:a16="http://schemas.microsoft.com/office/drawing/2014/main" id="{75BDED71-0D42-AD43-AAFC-DFD5651A72F2}"/>
              </a:ext>
            </a:extLst>
          </p:cNvPr>
          <p:cNvSpPr/>
          <p:nvPr userDrawn="1"/>
        </p:nvSpPr>
        <p:spPr>
          <a:xfrm>
            <a:off x="457200" y="6053608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CCED8C-D507-884B-AE3B-D90759A99B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56" y="6208950"/>
            <a:ext cx="1320729" cy="345191"/>
          </a:xfrm>
          <a:prstGeom prst="rect">
            <a:avLst/>
          </a:prstGeom>
        </p:spPr>
      </p:pic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4E9F09B-A08C-2342-A676-1218599858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4500" y="1584256"/>
            <a:ext cx="5772149" cy="1769715"/>
          </a:xfrm>
        </p:spPr>
        <p:txBody>
          <a:bodyPr/>
          <a:lstStyle>
            <a:lvl1pPr>
              <a:defRPr sz="2300" b="1" spc="0">
                <a:solidFill>
                  <a:schemeClr val="tx1"/>
                </a:solidFill>
              </a:defRPr>
            </a:lvl1pPr>
            <a:lvl2pPr>
              <a:defRPr sz="2300" b="1" i="0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 i="0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 i="0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 i="0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843576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statement | Colou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34D775F-061E-224E-945D-DEDC9FDE60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088" y="1584256"/>
            <a:ext cx="6452552" cy="1769715"/>
          </a:xfrm>
        </p:spPr>
        <p:txBody>
          <a:bodyPr/>
          <a:lstStyle>
            <a:lvl1pPr>
              <a:defRPr b="1" spc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300" b="1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236624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statement | Black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265D2B-FE0C-C544-8519-20D33AE12D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088" y="1579563"/>
            <a:ext cx="6465887" cy="1769715"/>
          </a:xfrm>
        </p:spPr>
        <p:txBody>
          <a:bodyPr/>
          <a:lstStyle>
            <a:lvl1pPr>
              <a:defRPr sz="2300" b="1" spc="0">
                <a:solidFill>
                  <a:schemeClr val="tx1"/>
                </a:solidFill>
              </a:defRPr>
            </a:lvl1pPr>
            <a:lvl2pPr>
              <a:defRPr sz="2300" b="1" i="0" spc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 i="0" spc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 i="0" spc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 i="0" spc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7789964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title | White title, black body text on solid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175ABD98-AF43-5545-B6F1-D727F9A97395}"/>
              </a:ext>
            </a:extLst>
          </p:cNvPr>
          <p:cNvSpPr/>
          <p:nvPr userDrawn="1"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ED03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EDB09294-CE8A-1D4C-A305-B99D727C89D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12700">
              <a:spcBef>
                <a:spcPts val="20"/>
              </a:spcBef>
            </a:pPr>
            <a:r>
              <a:rPr lang="en-US" spc="-5" dirty="0"/>
              <a:t>December 10, 2020 </a:t>
            </a:r>
            <a:r>
              <a:rPr lang="en-US" dirty="0"/>
              <a:t>/ Presented </a:t>
            </a:r>
            <a:r>
              <a:rPr lang="en-US" spc="-5" dirty="0"/>
              <a:t>by </a:t>
            </a:r>
            <a:r>
              <a:rPr lang="en-US" dirty="0"/>
              <a:t>Your Name / </a:t>
            </a:r>
            <a:r>
              <a:rPr lang="en-US" b="1" dirty="0"/>
              <a:t>Presentation title</a:t>
            </a:r>
            <a:r>
              <a:rPr lang="en-US" b="1" spc="165" dirty="0"/>
              <a:t> </a:t>
            </a:r>
            <a:fld id="{81D60167-4931-47E6-BA6A-407CBD079E47}" type="slidenum">
              <a:rPr lang="en-US" b="1" smtClean="0"/>
              <a:pPr marL="12700">
                <a:spcBef>
                  <a:spcPts val="20"/>
                </a:spcBef>
              </a:pPr>
              <a:t>‹#›</a:t>
            </a:fld>
            <a:endParaRPr lang="en-US" b="1" dirty="0"/>
          </a:p>
        </p:txBody>
      </p:sp>
      <p:sp>
        <p:nvSpPr>
          <p:cNvPr id="10" name="bg object 21">
            <a:extLst>
              <a:ext uri="{FF2B5EF4-FFF2-40B4-BE49-F238E27FC236}">
                <a16:creationId xmlns:a16="http://schemas.microsoft.com/office/drawing/2014/main" id="{8D360C97-53ED-9A49-8062-9B9A267EB213}"/>
              </a:ext>
            </a:extLst>
          </p:cNvPr>
          <p:cNvSpPr/>
          <p:nvPr userDrawn="1"/>
        </p:nvSpPr>
        <p:spPr>
          <a:xfrm>
            <a:off x="457200" y="6053608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D7EA2C-E2EC-EC44-83C7-A8DF358BC6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56" y="6208950"/>
            <a:ext cx="1320729" cy="34519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1A54A-EA4B-D944-8122-A372EE769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4025" y="1573213"/>
            <a:ext cx="6251575" cy="1769715"/>
          </a:xfrm>
        </p:spPr>
        <p:txBody>
          <a:bodyPr/>
          <a:lstStyle>
            <a:lvl1pPr>
              <a:defRPr sz="2300" b="1" spc="0">
                <a:solidFill>
                  <a:schemeClr val="bg1"/>
                </a:solidFill>
              </a:defRPr>
            </a:lvl1pPr>
            <a:lvl2pPr>
              <a:defRPr sz="2300" b="1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5891048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title | Black title, white body text on solid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175ABD98-AF43-5545-B6F1-D727F9A97395}"/>
              </a:ext>
            </a:extLst>
          </p:cNvPr>
          <p:cNvSpPr/>
          <p:nvPr userDrawn="1"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ED03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EDB09294-CE8A-1D4C-A305-B99D727C89D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12700">
              <a:spcBef>
                <a:spcPts val="20"/>
              </a:spcBef>
            </a:pPr>
            <a:r>
              <a:rPr lang="en-US" spc="-5" dirty="0"/>
              <a:t>December 10, 2020 </a:t>
            </a:r>
            <a:r>
              <a:rPr lang="en-US" dirty="0"/>
              <a:t>/ Presented </a:t>
            </a:r>
            <a:r>
              <a:rPr lang="en-US" spc="-5" dirty="0"/>
              <a:t>by </a:t>
            </a:r>
            <a:r>
              <a:rPr lang="en-US" dirty="0"/>
              <a:t>Your Name / </a:t>
            </a:r>
            <a:r>
              <a:rPr lang="en-US" b="1" dirty="0"/>
              <a:t>Presentation title</a:t>
            </a:r>
            <a:r>
              <a:rPr lang="en-US" b="1" spc="165" dirty="0"/>
              <a:t> </a:t>
            </a:r>
            <a:fld id="{81D60167-4931-47E6-BA6A-407CBD079E47}" type="slidenum">
              <a:rPr lang="en-US" b="1" smtClean="0"/>
              <a:pPr marL="12700">
                <a:spcBef>
                  <a:spcPts val="20"/>
                </a:spcBef>
              </a:pPr>
              <a:t>‹#›</a:t>
            </a:fld>
            <a:endParaRPr lang="en-US" b="1" dirty="0"/>
          </a:p>
        </p:txBody>
      </p:sp>
      <p:sp>
        <p:nvSpPr>
          <p:cNvPr id="10" name="bg object 21">
            <a:extLst>
              <a:ext uri="{FF2B5EF4-FFF2-40B4-BE49-F238E27FC236}">
                <a16:creationId xmlns:a16="http://schemas.microsoft.com/office/drawing/2014/main" id="{8D360C97-53ED-9A49-8062-9B9A267EB213}"/>
              </a:ext>
            </a:extLst>
          </p:cNvPr>
          <p:cNvSpPr/>
          <p:nvPr userDrawn="1"/>
        </p:nvSpPr>
        <p:spPr>
          <a:xfrm>
            <a:off x="457200" y="6053608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D7EA2C-E2EC-EC44-83C7-A8DF358BC6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56" y="6208950"/>
            <a:ext cx="1320729" cy="345191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8D9029C-D5CD-0A4F-AF37-9BE2AA2801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4025" y="1573213"/>
            <a:ext cx="6251575" cy="1769715"/>
          </a:xfrm>
        </p:spPr>
        <p:txBody>
          <a:bodyPr/>
          <a:lstStyle>
            <a:lvl1pPr>
              <a:defRPr sz="2300" b="1" spc="0">
                <a:solidFill>
                  <a:schemeClr val="tx1"/>
                </a:solidFill>
              </a:defRPr>
            </a:lvl1pPr>
            <a:lvl2pPr>
              <a:defRPr sz="2300" b="1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0464113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bold text w Image background | Coloured box,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0E69F-4D8D-CC46-9378-8F74F281AC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D2F965-695C-FC4A-8F68-9A6EB9F981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3152" y="443747"/>
            <a:ext cx="4868943" cy="3790800"/>
          </a:xfrm>
          <a:solidFill>
            <a:srgbClr val="ED037C"/>
          </a:solidFill>
        </p:spPr>
        <p:txBody>
          <a:bodyPr lIns="216000" tIns="216000" rIns="216000" bIns="216000"/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972127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bold text w Image background | White box, colou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0E69F-4D8D-CC46-9378-8F74F281AC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D2F965-695C-FC4A-8F68-9A6EB9F981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3152" y="443741"/>
            <a:ext cx="4868943" cy="3790800"/>
          </a:xfrm>
          <a:solidFill>
            <a:schemeClr val="bg1"/>
          </a:solidFill>
        </p:spPr>
        <p:txBody>
          <a:bodyPr lIns="216000" tIns="216000" rIns="216000" bIns="216000"/>
          <a:lstStyle>
            <a:lvl1pPr>
              <a:defRPr b="1" i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1" i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1" i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1" i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1" i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4462920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bold text w Image background | White box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0E69F-4D8D-CC46-9378-8F74F281AC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D2F965-695C-FC4A-8F68-9A6EB9F981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3152" y="443745"/>
            <a:ext cx="4868943" cy="3790800"/>
          </a:xfrm>
          <a:solidFill>
            <a:schemeClr val="bg1"/>
          </a:solidFill>
        </p:spPr>
        <p:txBody>
          <a:bodyPr lIns="216000" tIns="216000" rIns="216000" bIns="216000"/>
          <a:lstStyle>
            <a:lvl1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293220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bold text w Image background | Coloured box, black title, white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0E69F-4D8D-CC46-9378-8F74F281AC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D2F965-695C-FC4A-8F68-9A6EB9F981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3152" y="443746"/>
            <a:ext cx="4868943" cy="3790800"/>
          </a:xfrm>
          <a:solidFill>
            <a:srgbClr val="ED037C"/>
          </a:solidFill>
        </p:spPr>
        <p:txBody>
          <a:bodyPr lIns="216000" tIns="216000" rIns="216000" bIns="216000"/>
          <a:lstStyle>
            <a:lvl1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838207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bold text w Image background | White box, black title, colour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0E69F-4D8D-CC46-9378-8F74F281AC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D2F965-695C-FC4A-8F68-9A6EB9F981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3152" y="443740"/>
            <a:ext cx="4868943" cy="3790800"/>
          </a:xfrm>
          <a:solidFill>
            <a:schemeClr val="bg1"/>
          </a:solidFill>
        </p:spPr>
        <p:txBody>
          <a:bodyPr lIns="216000" tIns="216000" rIns="216000" bIns="216000"/>
          <a:lstStyle>
            <a:lvl1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1" i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1" i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1" i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1" i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45309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bold text w Image background | White box, colour title, black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0E69F-4D8D-CC46-9378-8F74F281AC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D2F965-695C-FC4A-8F68-9A6EB9F981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3152" y="443739"/>
            <a:ext cx="4868943" cy="3790800"/>
          </a:xfrm>
          <a:solidFill>
            <a:schemeClr val="bg1"/>
          </a:solidFill>
        </p:spPr>
        <p:txBody>
          <a:bodyPr lIns="216000" tIns="216000" rIns="216000" bIns="216000"/>
          <a:lstStyle>
            <a:lvl1pPr>
              <a:defRPr b="1" i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166055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block with 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4A93D-EBB5-B643-9C7A-9C89D4E4E8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3CDDE-4A3B-1346-B77A-8827E882A6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4500" y="1561025"/>
            <a:ext cx="6302375" cy="1154162"/>
          </a:xfrm>
        </p:spPr>
        <p:txBody>
          <a:bodyPr/>
          <a:lstStyle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8063173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block with slide title and c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ED3D9C-F9AD-C44D-BD54-6E98882319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278" y="6203264"/>
            <a:ext cx="1691881" cy="375290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FD26B32-B3A2-3747-AC2D-489DA69264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4500" y="1561025"/>
            <a:ext cx="6302375" cy="1154162"/>
          </a:xfrm>
        </p:spPr>
        <p:txBody>
          <a:bodyPr/>
          <a:lstStyle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1739F9C-CB83-E648-8ADA-DB2C05DBE3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1791346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block w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D38CE-F5CA-8443-9009-39938CAF46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C577E1B-F777-5E49-8E82-6E1517319A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61025"/>
            <a:ext cx="6609080" cy="1154162"/>
          </a:xfrm>
        </p:spPr>
        <p:txBody>
          <a:bodyPr/>
          <a:lstStyle>
            <a:lvl1pPr>
              <a:defRPr sz="15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 b="0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 b="0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 b="0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 b="0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975BC79-6E5D-8542-88D6-E61894AF96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4117528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block w double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B0453-9E73-EA40-8DDC-F38CF35B3F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81731"/>
            <a:ext cx="6832600" cy="1154162"/>
          </a:xfrm>
        </p:spPr>
        <p:txBody>
          <a:bodyPr/>
          <a:lstStyle>
            <a:lvl1pPr>
              <a:defRPr sz="15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605414D-8A6C-C348-8498-3613C2BC5D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D95185A-04E8-C349-8661-A3DBB6FE57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8492630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F94F7-92FB-9F43-8222-4D5E41498B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4500" y="1561024"/>
            <a:ext cx="3851275" cy="11541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170969A-185B-B24B-A40C-799FCC3986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4301280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bulleted list with slid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C2E8EA-93A1-0147-B8DB-4476D0E1E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61025"/>
            <a:ext cx="3851275" cy="11541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AB0580B-03FC-EB48-8C62-62AE98F5A1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5C8E619-51B3-9A4B-8DED-7903FF68FC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4554228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bulleted lis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32907AF-CDAB-AA40-B083-1C35508137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8549"/>
            <a:ext cx="4667250" cy="1154162"/>
          </a:xfrm>
        </p:spPr>
        <p:txBody>
          <a:bodyPr/>
          <a:lstStyle>
            <a:lvl1pPr>
              <a:buFont typeface="Arial" panose="020B0604020202020204" pitchFamily="34" charset="0"/>
              <a:buNone/>
              <a:defRPr sz="15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FE2D5B3-AE31-A142-BBDD-5C29107B5F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B862641-6626-DB4A-AE35-229F076BEB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7224499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bulleted list with subhead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75E194A-48EF-A145-ACB1-2618F11392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62829"/>
            <a:ext cx="5527039" cy="3098266"/>
          </a:xfrm>
        </p:spPr>
        <p:txBody>
          <a:bodyPr/>
          <a:lstStyle>
            <a:lvl1pPr>
              <a:buFont typeface="Arial" panose="020B0604020202020204" pitchFamily="34" charset="0"/>
              <a:buNone/>
              <a:defRPr sz="15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AA46ED4-8BBA-3A4A-9FAB-7D750318E6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D5DAF7F-1AD5-B143-A3FB-5F234A5B93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7841527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bulleted list with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E6E5A15-2FA2-524D-8985-D88CA4E835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62829"/>
            <a:ext cx="6597015" cy="3657066"/>
          </a:xfrm>
        </p:spPr>
        <p:txBody>
          <a:bodyPr/>
          <a:lstStyle>
            <a:lvl1pPr>
              <a:buFont typeface="Arial" panose="020B0604020202020204" pitchFamily="34" charset="0"/>
              <a:buNone/>
              <a:defRPr sz="15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436402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ory Deck w black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28CC107-7309-CB4A-9D44-84D1AEB6FC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" y="3289300"/>
            <a:ext cx="3851275" cy="11541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D35A78-CDBE-0747-8CBB-E21AD7D8E4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74800"/>
            <a:ext cx="6405245" cy="1414711"/>
          </a:xfrm>
        </p:spPr>
        <p:txBody>
          <a:bodyPr/>
          <a:lstStyle>
            <a:lvl1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EAB34B8-C390-414B-BCFD-E9407DD4C21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E82A51B-83E1-974F-BE50-BD7155DC43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792886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ory Deck w colou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28CC107-7309-CB4A-9D44-84D1AEB6FC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" y="3289300"/>
            <a:ext cx="3851275" cy="11541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D35A78-CDBE-0747-8CBB-E21AD7D8E4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74800"/>
            <a:ext cx="6405245" cy="1769715"/>
          </a:xfrm>
        </p:spPr>
        <p:txBody>
          <a:bodyPr/>
          <a:lstStyle>
            <a:lvl1pPr>
              <a:defRPr sz="2300" b="1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300" b="1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8C2311A-10B7-194E-91FB-4D25CFBE5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82B3D7-81E7-1846-9B98-4383D5E992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27691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ory Deck w no title, colou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4">
            <a:extLst>
              <a:ext uri="{FF2B5EF4-FFF2-40B4-BE49-F238E27FC236}">
                <a16:creationId xmlns:a16="http://schemas.microsoft.com/office/drawing/2014/main" id="{76826B61-18B0-6741-BD61-E8D40B42770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CE2DFFEC-1AD8-234A-8A99-75AEFA6522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" y="3289300"/>
            <a:ext cx="3851275" cy="11541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4807E1E-DF60-CC4D-BDB6-0AE84C0841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74800"/>
            <a:ext cx="6405245" cy="1769715"/>
          </a:xfrm>
        </p:spPr>
        <p:txBody>
          <a:bodyPr/>
          <a:lstStyle>
            <a:lvl1pPr>
              <a:defRPr sz="2300" b="1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300" b="1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208803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block w Subhead, 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43FA651-85B5-5746-B277-87E8EC2680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5200" y="1543049"/>
            <a:ext cx="4432300" cy="423227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41953-9911-9C46-B060-926436AB93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43049"/>
            <a:ext cx="6632575" cy="1154162"/>
          </a:xfrm>
        </p:spPr>
        <p:txBody>
          <a:bodyPr/>
          <a:lstStyle>
            <a:lvl1pPr>
              <a:defRPr sz="1500" b="1" spc="0"/>
            </a:lvl1pPr>
            <a:lvl2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 spc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379D7A2-3DEE-974A-B4D5-69A17A58B7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4511DE4-5462-CF4D-B3B3-E5A65FCC5A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3883122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block w Subhead, 4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57144C-569E-234F-A291-39566F0B02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5200" y="1676400"/>
            <a:ext cx="2132013" cy="203517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E8CAAFD-32AE-1E4D-BCBF-566289D373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99613" y="1676400"/>
            <a:ext cx="2147887" cy="2035175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D321C6-69D7-4B46-BCEC-7EF395C0224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15200" y="3863975"/>
            <a:ext cx="2132013" cy="2035175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FB662ED-357D-944A-9B07-9F6B045B2C6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599613" y="3863975"/>
            <a:ext cx="2132012" cy="203517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FE4EB-87B3-5343-85B5-52AE8A7D5F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717" y="1561024"/>
            <a:ext cx="4667251" cy="1154162"/>
          </a:xfrm>
        </p:spPr>
        <p:txBody>
          <a:bodyPr/>
          <a:lstStyle>
            <a:lvl1pPr>
              <a:defRPr sz="1500" b="1"/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BC7F802-A758-3443-97F1-96B536C192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57B993-BCED-D74F-A12A-C33EF50EF06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8831834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ory Deck w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D7DD0BD-D236-0546-898C-2495CB23D02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99613" y="3863975"/>
            <a:ext cx="2132012" cy="203517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F601803-3880-7149-AE39-33BD2066E4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33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/>
              <a:t>December 10, 2020 </a:t>
            </a:r>
            <a:r>
              <a:t>/ Presented </a:t>
            </a:r>
            <a:r>
              <a:rPr spc="-5"/>
              <a:t>by </a:t>
            </a:r>
            <a:r>
              <a:rPr lang="en-CA"/>
              <a:t>Your Name</a:t>
            </a:r>
            <a:r>
              <a:t> / </a:t>
            </a:r>
            <a:r>
              <a:rPr b="1">
                <a:solidFill>
                  <a:srgbClr val="000000"/>
                </a:solidFill>
                <a:latin typeface="Arial"/>
                <a:cs typeface="Arial"/>
              </a:rPr>
              <a:t>Presentation title</a:t>
            </a:r>
            <a:r>
              <a:rPr b="1" spc="165">
                <a:solidFill>
                  <a:srgbClr val="000000"/>
                </a:solidFill>
                <a:latin typeface="Arial"/>
                <a:cs typeface="Arial"/>
              </a:rPr>
              <a:t> </a:t>
            </a:r>
            <a:fld id="{81D60167-4931-47E6-BA6A-407CBD079E47}" type="slidenum">
              <a:rPr b="1" dirty="0">
                <a:solidFill>
                  <a:srgbClr val="000000"/>
                </a:solidFill>
                <a:latin typeface="Arial"/>
                <a:cs typeface="Arial"/>
              </a:rPr>
              <a:t>‹#›</a:t>
            </a:fld>
            <a:endParaRPr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4E3305-46C5-7E44-B1D3-BDFBF8EEEDE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99613" y="1668463"/>
            <a:ext cx="2132012" cy="20542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35C48-743A-5445-AAF5-586326A113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73214"/>
            <a:ext cx="6405245" cy="1416297"/>
          </a:xfrm>
        </p:spPr>
        <p:txBody>
          <a:bodyPr/>
          <a:lstStyle>
            <a:lvl1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3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4F0BB111-C51B-1045-B049-CF1A1AD6C0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" y="3289300"/>
            <a:ext cx="3851275" cy="11541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EA2BB52-9331-434B-BA1F-462F92D5E0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4501" y="306388"/>
            <a:ext cx="6302374" cy="538609"/>
          </a:xfrm>
        </p:spPr>
        <p:txBody>
          <a:bodyPr/>
          <a:lstStyle>
            <a:lvl1pPr>
              <a:defRPr sz="3500" b="1" spc="-15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500" b="1" spc="-15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C6E4565-BC9A-FA48-8516-6BAE504E2D2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00" y="844997"/>
            <a:ext cx="6302375" cy="261610"/>
          </a:xfrm>
        </p:spPr>
        <p:txBody>
          <a:bodyPr/>
          <a:lstStyle>
            <a:lvl1pPr>
              <a:defRPr sz="1700" b="1" spc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 b="1" spc="-1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2289105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415829-F5C7-7942-89D3-0A4DFC88263D}"/>
              </a:ext>
            </a:extLst>
          </p:cNvPr>
          <p:cNvSpPr/>
          <p:nvPr userDrawn="1"/>
        </p:nvSpPr>
        <p:spPr>
          <a:xfrm>
            <a:off x="0" y="5907974"/>
            <a:ext cx="12192000" cy="950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82098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!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26304651-E8AC-B942-A58D-4FEB07DC87E8}"/>
              </a:ext>
            </a:extLst>
          </p:cNvPr>
          <p:cNvSpPr/>
          <p:nvPr userDrawn="1"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ED03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13FD9A62-7993-B14A-B48C-CE299AF7DDD6}"/>
              </a:ext>
            </a:extLst>
          </p:cNvPr>
          <p:cNvSpPr/>
          <p:nvPr userDrawn="1"/>
        </p:nvSpPr>
        <p:spPr>
          <a:xfrm>
            <a:off x="457200" y="6053608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AE977286-E261-4B4D-A6C8-6D923205C164}"/>
              </a:ext>
            </a:extLst>
          </p:cNvPr>
          <p:cNvSpPr txBox="1"/>
          <p:nvPr userDrawn="1"/>
        </p:nvSpPr>
        <p:spPr>
          <a:xfrm>
            <a:off x="10189462" y="6443479"/>
            <a:ext cx="1555115" cy="14605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50" b="1" spc="-5">
                <a:latin typeface="Arial"/>
                <a:cs typeface="Arial"/>
              </a:rPr>
              <a:t>rotmancommerce.utoronto.ca</a:t>
            </a:r>
            <a:endParaRPr sz="850">
              <a:latin typeface="Arial"/>
              <a:cs typeface="Arial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722407A-BC42-234C-8922-26C278DBA7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56" y="6208950"/>
            <a:ext cx="1320729" cy="345191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533BB37-C493-8945-B185-CFD05D32C7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179" y="1797272"/>
            <a:ext cx="5335588" cy="2539157"/>
          </a:xfrm>
        </p:spPr>
        <p:txBody>
          <a:bodyPr/>
          <a:lstStyle>
            <a:lvl1pPr>
              <a:defRPr sz="5500" b="1" spc="-1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4884447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! w c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41B89F0A-60CD-104B-A7D8-98034312758C}"/>
              </a:ext>
            </a:extLst>
          </p:cNvPr>
          <p:cNvSpPr/>
          <p:nvPr userDrawn="1"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ED037C"/>
          </a:solidFill>
        </p:spPr>
        <p:txBody>
          <a:bodyPr wrap="square" lIns="0" tIns="0" rIns="0" bIns="0" rtlCol="0"/>
          <a:lstStyle/>
          <a:p>
            <a:endParaRPr>
              <a:solidFill>
                <a:srgbClr val="3989C9"/>
              </a:solidFill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BF3A1261-11D3-804B-98FF-89FF7DF4BDDA}"/>
              </a:ext>
            </a:extLst>
          </p:cNvPr>
          <p:cNvSpPr/>
          <p:nvPr userDrawn="1"/>
        </p:nvSpPr>
        <p:spPr>
          <a:xfrm>
            <a:off x="457200" y="6552109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9">
            <a:extLst>
              <a:ext uri="{FF2B5EF4-FFF2-40B4-BE49-F238E27FC236}">
                <a16:creationId xmlns:a16="http://schemas.microsoft.com/office/drawing/2014/main" id="{801CCEB6-B202-5B4D-A7F6-BE88CAB48D36}"/>
              </a:ext>
            </a:extLst>
          </p:cNvPr>
          <p:cNvSpPr/>
          <p:nvPr userDrawn="1"/>
        </p:nvSpPr>
        <p:spPr>
          <a:xfrm>
            <a:off x="9906001" y="6237965"/>
            <a:ext cx="1824368" cy="210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0F9F90-E857-1048-BFCA-4E9B42854C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179" y="303515"/>
            <a:ext cx="2165877" cy="4804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CEF7CF-5D87-8742-B624-CEA688AEE3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179" y="1797272"/>
            <a:ext cx="5335588" cy="2539157"/>
          </a:xfrm>
        </p:spPr>
        <p:txBody>
          <a:bodyPr/>
          <a:lstStyle>
            <a:lvl1pPr>
              <a:defRPr sz="5500" b="1" spc="-1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F3E588-6EC5-6C4C-A264-CFC809450C4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87" y="5676389"/>
            <a:ext cx="2758440" cy="71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78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52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51.xml"/><Relationship Id="rId29" Type="http://schemas.openxmlformats.org/officeDocument/2006/relationships/slideLayout" Target="../slideLayouts/slideLayout60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31" Type="http://schemas.openxmlformats.org/officeDocument/2006/relationships/slideLayout" Target="../slideLayouts/slideLayout62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8" Type="http://schemas.openxmlformats.org/officeDocument/2006/relationships/slideLayout" Target="../slideLayouts/slideLayout39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5.xml"/><Relationship Id="rId18" Type="http://schemas.openxmlformats.org/officeDocument/2006/relationships/slideLayout" Target="../slideLayouts/slideLayout80.xml"/><Relationship Id="rId26" Type="http://schemas.openxmlformats.org/officeDocument/2006/relationships/slideLayout" Target="../slideLayouts/slideLayout88.xml"/><Relationship Id="rId3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83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17" Type="http://schemas.openxmlformats.org/officeDocument/2006/relationships/slideLayout" Target="../slideLayouts/slideLayout79.xml"/><Relationship Id="rId25" Type="http://schemas.openxmlformats.org/officeDocument/2006/relationships/slideLayout" Target="../slideLayouts/slideLayout87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78.xml"/><Relationship Id="rId20" Type="http://schemas.openxmlformats.org/officeDocument/2006/relationships/slideLayout" Target="../slideLayouts/slideLayout82.xml"/><Relationship Id="rId29" Type="http://schemas.openxmlformats.org/officeDocument/2006/relationships/slideLayout" Target="../slideLayouts/slideLayout91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24" Type="http://schemas.openxmlformats.org/officeDocument/2006/relationships/slideLayout" Target="../slideLayouts/slideLayout86.xml"/><Relationship Id="rId32" Type="http://schemas.openxmlformats.org/officeDocument/2006/relationships/theme" Target="../theme/theme3.xml"/><Relationship Id="rId5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77.xml"/><Relationship Id="rId23" Type="http://schemas.openxmlformats.org/officeDocument/2006/relationships/slideLayout" Target="../slideLayouts/slideLayout85.xml"/><Relationship Id="rId28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81.xml"/><Relationship Id="rId31" Type="http://schemas.openxmlformats.org/officeDocument/2006/relationships/slideLayout" Target="../slideLayouts/slideLayout93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6.xml"/><Relationship Id="rId22" Type="http://schemas.openxmlformats.org/officeDocument/2006/relationships/slideLayout" Target="../slideLayouts/slideLayout84.xml"/><Relationship Id="rId27" Type="http://schemas.openxmlformats.org/officeDocument/2006/relationships/slideLayout" Target="../slideLayouts/slideLayout89.xml"/><Relationship Id="rId30" Type="http://schemas.openxmlformats.org/officeDocument/2006/relationships/slideLayout" Target="../slideLayouts/slideLayout92.xml"/><Relationship Id="rId8" Type="http://schemas.openxmlformats.org/officeDocument/2006/relationships/slideLayout" Target="../slideLayouts/slideLayout70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6.xml"/><Relationship Id="rId18" Type="http://schemas.openxmlformats.org/officeDocument/2006/relationships/slideLayout" Target="../slideLayouts/slideLayout111.xml"/><Relationship Id="rId26" Type="http://schemas.openxmlformats.org/officeDocument/2006/relationships/slideLayout" Target="../slideLayouts/slideLayout119.xml"/><Relationship Id="rId3" Type="http://schemas.openxmlformats.org/officeDocument/2006/relationships/slideLayout" Target="../slideLayouts/slideLayout96.xml"/><Relationship Id="rId21" Type="http://schemas.openxmlformats.org/officeDocument/2006/relationships/slideLayout" Target="../slideLayouts/slideLayout114.xml"/><Relationship Id="rId34" Type="http://schemas.openxmlformats.org/officeDocument/2006/relationships/slideLayout" Target="../slideLayouts/slideLayout127.xml"/><Relationship Id="rId7" Type="http://schemas.openxmlformats.org/officeDocument/2006/relationships/slideLayout" Target="../slideLayouts/slideLayout100.xml"/><Relationship Id="rId12" Type="http://schemas.openxmlformats.org/officeDocument/2006/relationships/slideLayout" Target="../slideLayouts/slideLayout105.xml"/><Relationship Id="rId17" Type="http://schemas.openxmlformats.org/officeDocument/2006/relationships/slideLayout" Target="../slideLayouts/slideLayout110.xml"/><Relationship Id="rId25" Type="http://schemas.openxmlformats.org/officeDocument/2006/relationships/slideLayout" Target="../slideLayouts/slideLayout118.xml"/><Relationship Id="rId33" Type="http://schemas.openxmlformats.org/officeDocument/2006/relationships/slideLayout" Target="../slideLayouts/slideLayout126.xml"/><Relationship Id="rId2" Type="http://schemas.openxmlformats.org/officeDocument/2006/relationships/slideLayout" Target="../slideLayouts/slideLayout95.xml"/><Relationship Id="rId16" Type="http://schemas.openxmlformats.org/officeDocument/2006/relationships/slideLayout" Target="../slideLayouts/slideLayout109.xml"/><Relationship Id="rId20" Type="http://schemas.openxmlformats.org/officeDocument/2006/relationships/slideLayout" Target="../slideLayouts/slideLayout113.xml"/><Relationship Id="rId29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9.xml"/><Relationship Id="rId11" Type="http://schemas.openxmlformats.org/officeDocument/2006/relationships/slideLayout" Target="../slideLayouts/slideLayout104.xml"/><Relationship Id="rId24" Type="http://schemas.openxmlformats.org/officeDocument/2006/relationships/slideLayout" Target="../slideLayouts/slideLayout117.xml"/><Relationship Id="rId32" Type="http://schemas.openxmlformats.org/officeDocument/2006/relationships/slideLayout" Target="../slideLayouts/slideLayout125.xml"/><Relationship Id="rId5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108.xml"/><Relationship Id="rId23" Type="http://schemas.openxmlformats.org/officeDocument/2006/relationships/slideLayout" Target="../slideLayouts/slideLayout116.xml"/><Relationship Id="rId28" Type="http://schemas.openxmlformats.org/officeDocument/2006/relationships/slideLayout" Target="../slideLayouts/slideLayout121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3.xml"/><Relationship Id="rId19" Type="http://schemas.openxmlformats.org/officeDocument/2006/relationships/slideLayout" Target="../slideLayouts/slideLayout112.xml"/><Relationship Id="rId31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97.xml"/><Relationship Id="rId9" Type="http://schemas.openxmlformats.org/officeDocument/2006/relationships/slideLayout" Target="../slideLayouts/slideLayout102.xml"/><Relationship Id="rId14" Type="http://schemas.openxmlformats.org/officeDocument/2006/relationships/slideLayout" Target="../slideLayouts/slideLayout107.xml"/><Relationship Id="rId22" Type="http://schemas.openxmlformats.org/officeDocument/2006/relationships/slideLayout" Target="../slideLayouts/slideLayout115.xml"/><Relationship Id="rId27" Type="http://schemas.openxmlformats.org/officeDocument/2006/relationships/slideLayout" Target="../slideLayouts/slideLayout120.xml"/><Relationship Id="rId30" Type="http://schemas.openxmlformats.org/officeDocument/2006/relationships/slideLayout" Target="../slideLayouts/slideLayout123.xml"/><Relationship Id="rId35" Type="http://schemas.openxmlformats.org/officeDocument/2006/relationships/theme" Target="../theme/theme4.xml"/><Relationship Id="rId8" Type="http://schemas.openxmlformats.org/officeDocument/2006/relationships/slideLayout" Target="../slideLayouts/slideLayout10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g object 21"/>
          <p:cNvSpPr/>
          <p:nvPr/>
        </p:nvSpPr>
        <p:spPr>
          <a:xfrm>
            <a:off x="457200" y="6053608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1778527"/>
            <a:ext cx="4824095" cy="221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500" y="1584256"/>
            <a:ext cx="11303000" cy="353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0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 algn="r">
              <a:spcBef>
                <a:spcPts val="20"/>
              </a:spcBef>
            </a:pPr>
            <a:fld id="{2ED9487D-5AC4-D340-AD5D-72D20FBBF82E}" type="datetime4">
              <a:rPr lang="en-CA" spc="-5" smtClean="0"/>
              <a:pPr marL="12700" algn="r">
                <a:spcBef>
                  <a:spcPts val="20"/>
                </a:spcBef>
              </a:pPr>
              <a:t>September 26, 2025</a:t>
            </a:fld>
            <a:r>
              <a:rPr lang="en-CA" spc="-5"/>
              <a:t> </a:t>
            </a:r>
            <a:r>
              <a:rPr lang="en-CA"/>
              <a:t>/ </a:t>
            </a:r>
            <a:fld id="{81D60167-4931-47E6-BA6A-407CBD079E47}" type="slidenum">
              <a:rPr lang="en-CA" b="1" smtClean="0">
                <a:solidFill>
                  <a:srgbClr val="000000"/>
                </a:solidFill>
              </a:rPr>
              <a:pPr marL="12700" algn="r">
                <a:spcBef>
                  <a:spcPts val="20"/>
                </a:spcBef>
              </a:pPr>
              <a:t>‹#›</a:t>
            </a:fld>
            <a:endParaRPr lang="en-CA" b="1">
              <a:solidFill>
                <a:srgbClr val="00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6E4881D-5DC1-434D-8BB8-BA0DED0975F9}"/>
              </a:ext>
            </a:extLst>
          </p:cNvPr>
          <p:cNvPicPr>
            <a:picLocks noChangeAspect="1"/>
          </p:cNvPicPr>
          <p:nvPr userDrawn="1"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56" y="6208950"/>
            <a:ext cx="1320729" cy="34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74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5" r:id="rId1"/>
    <p:sldLayoutId id="2147484345" r:id="rId2"/>
    <p:sldLayoutId id="2147484136" r:id="rId3"/>
    <p:sldLayoutId id="2147484137" r:id="rId4"/>
    <p:sldLayoutId id="2147484138" r:id="rId5"/>
    <p:sldLayoutId id="2147484140" r:id="rId6"/>
    <p:sldLayoutId id="2147484141" r:id="rId7"/>
    <p:sldLayoutId id="2147484142" r:id="rId8"/>
    <p:sldLayoutId id="2147484145" r:id="rId9"/>
    <p:sldLayoutId id="2147484146" r:id="rId10"/>
    <p:sldLayoutId id="2147484147" r:id="rId11"/>
    <p:sldLayoutId id="2147484149" r:id="rId12"/>
    <p:sldLayoutId id="2147484150" r:id="rId13"/>
    <p:sldLayoutId id="2147484151" r:id="rId14"/>
    <p:sldLayoutId id="2147484152" r:id="rId15"/>
    <p:sldLayoutId id="2147484153" r:id="rId16"/>
    <p:sldLayoutId id="2147484154" r:id="rId17"/>
    <p:sldLayoutId id="2147484155" r:id="rId18"/>
    <p:sldLayoutId id="2147484156" r:id="rId19"/>
    <p:sldLayoutId id="2147484157" r:id="rId20"/>
    <p:sldLayoutId id="2147484158" r:id="rId21"/>
    <p:sldLayoutId id="2147484159" r:id="rId22"/>
    <p:sldLayoutId id="2147484160" r:id="rId23"/>
    <p:sldLayoutId id="2147484161" r:id="rId24"/>
    <p:sldLayoutId id="2147484162" r:id="rId25"/>
    <p:sldLayoutId id="2147484163" r:id="rId26"/>
    <p:sldLayoutId id="2147484164" r:id="rId27"/>
    <p:sldLayoutId id="2147484165" r:id="rId28"/>
    <p:sldLayoutId id="2147484166" r:id="rId29"/>
    <p:sldLayoutId id="2147484167" r:id="rId30"/>
    <p:sldLayoutId id="2147484168" r:id="rId3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300" b="1"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g object 21"/>
          <p:cNvSpPr/>
          <p:nvPr/>
        </p:nvSpPr>
        <p:spPr>
          <a:xfrm>
            <a:off x="457200" y="6053608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1778527"/>
            <a:ext cx="4824095" cy="221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500" y="1584256"/>
            <a:ext cx="11303000" cy="353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0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 algn="r">
              <a:spcBef>
                <a:spcPts val="20"/>
              </a:spcBef>
            </a:pPr>
            <a:fld id="{2ED9487D-5AC4-D340-AD5D-72D20FBBF82E}" type="datetime4">
              <a:rPr lang="en-CA" spc="-5" smtClean="0"/>
              <a:pPr marL="12700" algn="r">
                <a:spcBef>
                  <a:spcPts val="20"/>
                </a:spcBef>
              </a:pPr>
              <a:t>September 26, 2025</a:t>
            </a:fld>
            <a:r>
              <a:rPr lang="en-CA" spc="-5"/>
              <a:t> </a:t>
            </a:r>
            <a:r>
              <a:rPr lang="en-CA"/>
              <a:t>/ </a:t>
            </a:r>
            <a:fld id="{81D60167-4931-47E6-BA6A-407CBD079E47}" type="slidenum">
              <a:rPr lang="en-CA" b="1" smtClean="0">
                <a:solidFill>
                  <a:srgbClr val="000000"/>
                </a:solidFill>
              </a:rPr>
              <a:pPr marL="12700" algn="r">
                <a:spcBef>
                  <a:spcPts val="20"/>
                </a:spcBef>
              </a:pPr>
              <a:t>‹#›</a:t>
            </a:fld>
            <a:endParaRPr lang="en-CA" b="1">
              <a:solidFill>
                <a:srgbClr val="00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6E4881D-5DC1-434D-8BB8-BA0DED0975F9}"/>
              </a:ext>
            </a:extLst>
          </p:cNvPr>
          <p:cNvPicPr>
            <a:picLocks noChangeAspect="1"/>
          </p:cNvPicPr>
          <p:nvPr userDrawn="1"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56" y="6208950"/>
            <a:ext cx="1320729" cy="34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936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46" r:id="rId1"/>
    <p:sldLayoutId id="2147484344" r:id="rId2"/>
    <p:sldLayoutId id="2147484171" r:id="rId3"/>
    <p:sldLayoutId id="2147484172" r:id="rId4"/>
    <p:sldLayoutId id="2147484173" r:id="rId5"/>
    <p:sldLayoutId id="2147484175" r:id="rId6"/>
    <p:sldLayoutId id="2147484176" r:id="rId7"/>
    <p:sldLayoutId id="2147484177" r:id="rId8"/>
    <p:sldLayoutId id="2147484180" r:id="rId9"/>
    <p:sldLayoutId id="2147484181" r:id="rId10"/>
    <p:sldLayoutId id="2147484182" r:id="rId11"/>
    <p:sldLayoutId id="2147484184" r:id="rId12"/>
    <p:sldLayoutId id="2147484185" r:id="rId13"/>
    <p:sldLayoutId id="2147484186" r:id="rId14"/>
    <p:sldLayoutId id="2147484187" r:id="rId15"/>
    <p:sldLayoutId id="2147484188" r:id="rId16"/>
    <p:sldLayoutId id="2147484189" r:id="rId17"/>
    <p:sldLayoutId id="2147484190" r:id="rId18"/>
    <p:sldLayoutId id="2147484191" r:id="rId19"/>
    <p:sldLayoutId id="2147484192" r:id="rId20"/>
    <p:sldLayoutId id="2147484193" r:id="rId21"/>
    <p:sldLayoutId id="2147484194" r:id="rId22"/>
    <p:sldLayoutId id="2147484195" r:id="rId23"/>
    <p:sldLayoutId id="2147484196" r:id="rId24"/>
    <p:sldLayoutId id="2147484197" r:id="rId25"/>
    <p:sldLayoutId id="2147484198" r:id="rId26"/>
    <p:sldLayoutId id="2147484199" r:id="rId27"/>
    <p:sldLayoutId id="2147484200" r:id="rId28"/>
    <p:sldLayoutId id="2147484201" r:id="rId29"/>
    <p:sldLayoutId id="2147484202" r:id="rId30"/>
    <p:sldLayoutId id="2147484348" r:id="rId3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300" b="1"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g object 21"/>
          <p:cNvSpPr/>
          <p:nvPr/>
        </p:nvSpPr>
        <p:spPr>
          <a:xfrm>
            <a:off x="457200" y="6053608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1778527"/>
            <a:ext cx="4824095" cy="221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500" y="1584256"/>
            <a:ext cx="11303000" cy="353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0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 algn="r">
              <a:spcBef>
                <a:spcPts val="20"/>
              </a:spcBef>
            </a:pPr>
            <a:fld id="{2ED9487D-5AC4-D340-AD5D-72D20FBBF82E}" type="datetime4">
              <a:rPr lang="en-CA" spc="-5" smtClean="0"/>
              <a:pPr marL="12700" algn="r">
                <a:spcBef>
                  <a:spcPts val="20"/>
                </a:spcBef>
              </a:pPr>
              <a:t>September 26, 2025</a:t>
            </a:fld>
            <a:r>
              <a:rPr lang="en-CA" spc="-5"/>
              <a:t> </a:t>
            </a:r>
            <a:r>
              <a:rPr lang="en-CA"/>
              <a:t>/ </a:t>
            </a:r>
            <a:fld id="{81D60167-4931-47E6-BA6A-407CBD079E47}" type="slidenum">
              <a:rPr lang="en-CA" b="1" smtClean="0">
                <a:solidFill>
                  <a:srgbClr val="000000"/>
                </a:solidFill>
              </a:rPr>
              <a:pPr marL="12700" algn="r">
                <a:spcBef>
                  <a:spcPts val="20"/>
                </a:spcBef>
              </a:pPr>
              <a:t>‹#›</a:t>
            </a:fld>
            <a:endParaRPr lang="en-CA" b="1">
              <a:solidFill>
                <a:srgbClr val="00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6E4881D-5DC1-434D-8BB8-BA0DED0975F9}"/>
              </a:ext>
            </a:extLst>
          </p:cNvPr>
          <p:cNvPicPr>
            <a:picLocks noChangeAspect="1"/>
          </p:cNvPicPr>
          <p:nvPr userDrawn="1"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56" y="6208950"/>
            <a:ext cx="1320729" cy="34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351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47" r:id="rId1"/>
    <p:sldLayoutId id="2147484310" r:id="rId2"/>
    <p:sldLayoutId id="2147484311" r:id="rId3"/>
    <p:sldLayoutId id="2147484312" r:id="rId4"/>
    <p:sldLayoutId id="2147484313" r:id="rId5"/>
    <p:sldLayoutId id="2147484315" r:id="rId6"/>
    <p:sldLayoutId id="2147484316" r:id="rId7"/>
    <p:sldLayoutId id="2147484317" r:id="rId8"/>
    <p:sldLayoutId id="2147484320" r:id="rId9"/>
    <p:sldLayoutId id="2147484321" r:id="rId10"/>
    <p:sldLayoutId id="2147484322" r:id="rId11"/>
    <p:sldLayoutId id="2147484324" r:id="rId12"/>
    <p:sldLayoutId id="2147484325" r:id="rId13"/>
    <p:sldLayoutId id="2147484326" r:id="rId14"/>
    <p:sldLayoutId id="2147484327" r:id="rId15"/>
    <p:sldLayoutId id="2147484328" r:id="rId16"/>
    <p:sldLayoutId id="2147484329" r:id="rId17"/>
    <p:sldLayoutId id="2147484330" r:id="rId18"/>
    <p:sldLayoutId id="2147484331" r:id="rId19"/>
    <p:sldLayoutId id="2147484332" r:id="rId20"/>
    <p:sldLayoutId id="2147484333" r:id="rId21"/>
    <p:sldLayoutId id="2147484334" r:id="rId22"/>
    <p:sldLayoutId id="2147484335" r:id="rId23"/>
    <p:sldLayoutId id="2147484336" r:id="rId24"/>
    <p:sldLayoutId id="2147484337" r:id="rId25"/>
    <p:sldLayoutId id="2147484338" r:id="rId26"/>
    <p:sldLayoutId id="2147484339" r:id="rId27"/>
    <p:sldLayoutId id="2147484340" r:id="rId28"/>
    <p:sldLayoutId id="2147484341" r:id="rId29"/>
    <p:sldLayoutId id="2147484342" r:id="rId30"/>
    <p:sldLayoutId id="2147484349" r:id="rId3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300" b="1"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g object 21"/>
          <p:cNvSpPr/>
          <p:nvPr/>
        </p:nvSpPr>
        <p:spPr>
          <a:xfrm>
            <a:off x="457200" y="6053608"/>
            <a:ext cx="11275060" cy="0"/>
          </a:xfrm>
          <a:custGeom>
            <a:avLst/>
            <a:gdLst/>
            <a:ahLst/>
            <a:cxnLst/>
            <a:rect l="l" t="t" r="r" b="b"/>
            <a:pathLst>
              <a:path w="11275060">
                <a:moveTo>
                  <a:pt x="0" y="0"/>
                </a:moveTo>
                <a:lnTo>
                  <a:pt x="11274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1778527"/>
            <a:ext cx="4824095" cy="221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500" y="1584256"/>
            <a:ext cx="11303000" cy="353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18909" y="6443479"/>
            <a:ext cx="3651250" cy="130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 algn="r">
              <a:spcBef>
                <a:spcPts val="20"/>
              </a:spcBef>
            </a:pPr>
            <a:fld id="{2ED9487D-5AC4-D340-AD5D-72D20FBBF82E}" type="datetime4">
              <a:rPr lang="en-CA" spc="-5" smtClean="0"/>
              <a:pPr marL="12700" algn="r">
                <a:spcBef>
                  <a:spcPts val="20"/>
                </a:spcBef>
              </a:pPr>
              <a:t>September 26, 2025</a:t>
            </a:fld>
            <a:r>
              <a:rPr lang="en-CA" spc="-5"/>
              <a:t> </a:t>
            </a:r>
            <a:r>
              <a:rPr lang="en-CA"/>
              <a:t>/ </a:t>
            </a:r>
            <a:fld id="{81D60167-4931-47E6-BA6A-407CBD079E47}" type="slidenum">
              <a:rPr lang="en-CA" b="1" smtClean="0">
                <a:solidFill>
                  <a:srgbClr val="000000"/>
                </a:solidFill>
              </a:rPr>
              <a:pPr marL="12700" algn="r">
                <a:spcBef>
                  <a:spcPts val="20"/>
                </a:spcBef>
              </a:pPr>
              <a:t>‹#›</a:t>
            </a:fld>
            <a:endParaRPr lang="en-CA" b="1">
              <a:solidFill>
                <a:srgbClr val="00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6E4881D-5DC1-434D-8BB8-BA0DED0975F9}"/>
              </a:ext>
            </a:extLst>
          </p:cNvPr>
          <p:cNvPicPr>
            <a:picLocks noChangeAspect="1"/>
          </p:cNvPicPr>
          <p:nvPr userDrawn="1"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56" y="6208950"/>
            <a:ext cx="1320729" cy="34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863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5" r:id="rId1"/>
    <p:sldLayoutId id="2147484276" r:id="rId2"/>
    <p:sldLayoutId id="2147484277" r:id="rId3"/>
    <p:sldLayoutId id="2147484278" r:id="rId4"/>
    <p:sldLayoutId id="2147484279" r:id="rId5"/>
    <p:sldLayoutId id="2147484280" r:id="rId6"/>
    <p:sldLayoutId id="2147484281" r:id="rId7"/>
    <p:sldLayoutId id="2147484282" r:id="rId8"/>
    <p:sldLayoutId id="2147484283" r:id="rId9"/>
    <p:sldLayoutId id="2147484284" r:id="rId10"/>
    <p:sldLayoutId id="2147484285" r:id="rId11"/>
    <p:sldLayoutId id="2147484286" r:id="rId12"/>
    <p:sldLayoutId id="2147484287" r:id="rId13"/>
    <p:sldLayoutId id="2147484288" r:id="rId14"/>
    <p:sldLayoutId id="2147484289" r:id="rId15"/>
    <p:sldLayoutId id="2147484290" r:id="rId16"/>
    <p:sldLayoutId id="2147484291" r:id="rId17"/>
    <p:sldLayoutId id="2147484292" r:id="rId18"/>
    <p:sldLayoutId id="2147484293" r:id="rId19"/>
    <p:sldLayoutId id="2147484294" r:id="rId20"/>
    <p:sldLayoutId id="2147484295" r:id="rId21"/>
    <p:sldLayoutId id="2147484296" r:id="rId22"/>
    <p:sldLayoutId id="2147484297" r:id="rId23"/>
    <p:sldLayoutId id="2147484298" r:id="rId24"/>
    <p:sldLayoutId id="2147484299" r:id="rId25"/>
    <p:sldLayoutId id="2147484300" r:id="rId26"/>
    <p:sldLayoutId id="2147484301" r:id="rId27"/>
    <p:sldLayoutId id="2147484302" r:id="rId28"/>
    <p:sldLayoutId id="2147484303" r:id="rId29"/>
    <p:sldLayoutId id="2147484304" r:id="rId30"/>
    <p:sldLayoutId id="2147484305" r:id="rId31"/>
    <p:sldLayoutId id="2147484306" r:id="rId32"/>
    <p:sldLayoutId id="2147484307" r:id="rId33"/>
    <p:sldLayoutId id="2147484308" r:id="rId34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300" b="1"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73BF4-6A9B-004A-9739-6A746EA124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7674" y="1746250"/>
            <a:ext cx="6931025" cy="1692771"/>
          </a:xfrm>
        </p:spPr>
        <p:txBody>
          <a:bodyPr/>
          <a:lstStyle/>
          <a:p>
            <a:r>
              <a:rPr lang="en-US" spc="-150" dirty="0">
                <a:solidFill>
                  <a:schemeClr val="tx1"/>
                </a:solidFill>
              </a:rPr>
              <a:t>RSM219 – CLASS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CF532-FEAD-174A-8085-537A85C5B4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Additional Notes for Lecture</a:t>
            </a:r>
          </a:p>
        </p:txBody>
      </p:sp>
    </p:spTree>
    <p:extLst>
      <p:ext uri="{BB962C8B-B14F-4D97-AF65-F5344CB8AC3E}">
        <p14:creationId xmlns:p14="http://schemas.microsoft.com/office/powerpoint/2010/main" val="2263621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>
            <a:extLst>
              <a:ext uri="{FF2B5EF4-FFF2-40B4-BE49-F238E27FC236}">
                <a16:creationId xmlns:a16="http://schemas.microsoft.com/office/drawing/2014/main" id="{6ED17D27-3CB8-3B45-8F75-9B859FBD3B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 algn="r">
              <a:spcBef>
                <a:spcPts val="20"/>
              </a:spcBef>
            </a:pPr>
            <a:fld id="{2ED9487D-5AC4-D340-AD5D-72D20FBBF82E}" type="datetime4">
              <a:rPr lang="en-CA" spc="-5" smtClean="0"/>
              <a:pPr marL="12700" algn="r">
                <a:spcBef>
                  <a:spcPts val="20"/>
                </a:spcBef>
              </a:pPr>
              <a:t>September 26, 2025</a:t>
            </a:fld>
            <a:r>
              <a:rPr lang="en-CA" spc="-5"/>
              <a:t> </a:t>
            </a:r>
            <a:r>
              <a:rPr lang="en-CA"/>
              <a:t>/ </a:t>
            </a:r>
            <a:fld id="{81D60167-4931-47E6-BA6A-407CBD079E47}" type="slidenum">
              <a:rPr lang="en-CA" b="1" smtClean="0">
                <a:solidFill>
                  <a:srgbClr val="000000"/>
                </a:solidFill>
              </a:rPr>
              <a:pPr marL="12700" algn="r">
                <a:spcBef>
                  <a:spcPts val="20"/>
                </a:spcBef>
              </a:pPr>
              <a:t>2</a:t>
            </a:fld>
            <a:endParaRPr lang="en-CA" b="1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761AF-8B59-CE4D-9F57-CFDCBF5048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Purchase of Equipment</a:t>
            </a:r>
            <a:endParaRPr lang="en-US" sz="3500" b="1" dirty="0"/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B4B2E2B-0491-AF04-D4E1-B4F352996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505" y="1917699"/>
            <a:ext cx="2628595" cy="26285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1BD546-B45B-1CFA-6E82-04EC49321FDF}"/>
              </a:ext>
            </a:extLst>
          </p:cNvPr>
          <p:cNvSpPr txBox="1"/>
          <p:nvPr/>
        </p:nvSpPr>
        <p:spPr>
          <a:xfrm>
            <a:off x="1282395" y="4864100"/>
            <a:ext cx="238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88466"/>
                </a:solidFill>
              </a:rPr>
              <a:t>PAID $6,000</a:t>
            </a:r>
            <a:endParaRPr lang="en-CA" sz="2400" b="1" dirty="0">
              <a:solidFill>
                <a:srgbClr val="088466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67A346-02A6-3350-7DCB-B4A952AA9921}"/>
              </a:ext>
            </a:extLst>
          </p:cNvPr>
          <p:cNvSpPr txBox="1"/>
          <p:nvPr/>
        </p:nvSpPr>
        <p:spPr>
          <a:xfrm>
            <a:off x="5003800" y="1326934"/>
            <a:ext cx="5124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Details of Transaction</a:t>
            </a:r>
          </a:p>
          <a:p>
            <a:pPr marL="285750" indent="-285750">
              <a:buFontTx/>
              <a:buChar char="-"/>
            </a:pPr>
            <a:r>
              <a:rPr lang="en-CA" dirty="0"/>
              <a:t>5 year useful life</a:t>
            </a:r>
          </a:p>
          <a:p>
            <a:pPr marL="285750" indent="-285750">
              <a:buFontTx/>
              <a:buChar char="-"/>
            </a:pPr>
            <a:r>
              <a:rPr lang="en-CA" dirty="0"/>
              <a:t>$0 value at the end of 5 year (residual value)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969483-5D7D-EE1C-0A05-9AF7F4446230}"/>
              </a:ext>
            </a:extLst>
          </p:cNvPr>
          <p:cNvSpPr txBox="1"/>
          <p:nvPr/>
        </p:nvSpPr>
        <p:spPr>
          <a:xfrm>
            <a:off x="5003800" y="2409035"/>
            <a:ext cx="5124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Measurement</a:t>
            </a:r>
          </a:p>
          <a:p>
            <a:pPr marL="285750" indent="-285750">
              <a:buFontTx/>
              <a:buChar char="-"/>
            </a:pPr>
            <a:r>
              <a:rPr lang="en-CA" dirty="0"/>
              <a:t>Fair value or Cost?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27622D1-E8E0-0FF7-E5E0-E635741DEF54}"/>
              </a:ext>
            </a:extLst>
          </p:cNvPr>
          <p:cNvCxnSpPr/>
          <p:nvPr/>
        </p:nvCxnSpPr>
        <p:spPr>
          <a:xfrm>
            <a:off x="5543550" y="3231996"/>
            <a:ext cx="0" cy="1365404"/>
          </a:xfrm>
          <a:prstGeom prst="line">
            <a:avLst/>
          </a:prstGeom>
          <a:ln>
            <a:solidFill>
              <a:srgbClr val="088466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058097-0D8E-45E2-34E1-149C6A1CD380}"/>
              </a:ext>
            </a:extLst>
          </p:cNvPr>
          <p:cNvCxnSpPr>
            <a:cxnSpLocks/>
          </p:cNvCxnSpPr>
          <p:nvPr/>
        </p:nvCxnSpPr>
        <p:spPr>
          <a:xfrm flipH="1">
            <a:off x="5543550" y="4597400"/>
            <a:ext cx="2514600" cy="0"/>
          </a:xfrm>
          <a:prstGeom prst="line">
            <a:avLst/>
          </a:prstGeom>
          <a:ln>
            <a:solidFill>
              <a:srgbClr val="3F82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6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3A5EA-A8C7-EA35-5A9A-2F884AAC79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61025"/>
            <a:ext cx="10471150" cy="1846659"/>
          </a:xfrm>
        </p:spPr>
        <p:txBody>
          <a:bodyPr/>
          <a:lstStyle/>
          <a:p>
            <a:r>
              <a:rPr lang="en-US" dirty="0"/>
              <a:t>Accrual Accounting: </a:t>
            </a:r>
            <a:r>
              <a:rPr lang="en-US" b="0" dirty="0"/>
              <a:t>Income and Expenses are recorded as they are earned / incurred.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Income (Revenue / Sales) </a:t>
            </a:r>
            <a:r>
              <a:rPr lang="en-US" b="0" dirty="0"/>
              <a:t>→</a:t>
            </a:r>
            <a:r>
              <a:rPr lang="en-US" dirty="0"/>
              <a:t> Increase in assets or a decrease in liabilities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i="1" dirty="0"/>
              <a:t>Revenues are incurred when a resources is earned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dirty="0"/>
              <a:t>Expenses → Decrease in assets or increase in liabilities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0" i="1" dirty="0"/>
              <a:t>Expenses are </a:t>
            </a:r>
            <a:r>
              <a:rPr lang="en-US" i="1" dirty="0"/>
              <a:t>incurred when a resource is consumed. </a:t>
            </a:r>
          </a:p>
          <a:p>
            <a:endParaRPr lang="en-US" b="0" dirty="0"/>
          </a:p>
          <a:p>
            <a:pPr algn="l"/>
            <a:r>
              <a:rPr lang="en-US" b="0" dirty="0">
                <a:solidFill>
                  <a:srgbClr val="088466"/>
                </a:solidFill>
              </a:rPr>
              <a:t>*Remember that contributions to/from holders of equity claims are </a:t>
            </a:r>
            <a:r>
              <a:rPr lang="en-US" u="sng" dirty="0">
                <a:solidFill>
                  <a:srgbClr val="088466"/>
                </a:solidFill>
              </a:rPr>
              <a:t>not</a:t>
            </a:r>
            <a:r>
              <a:rPr lang="en-US" b="0" dirty="0">
                <a:solidFill>
                  <a:srgbClr val="088466"/>
                </a:solidFill>
              </a:rPr>
              <a:t> considered income or expenses.</a:t>
            </a:r>
            <a:endParaRPr lang="en-US" i="1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i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D1A34F-3FD9-D311-B47A-C0633DEE57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Accrual vs. Cash Accounting</a:t>
            </a:r>
            <a:endParaRPr lang="en-CA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9A657FB-C935-C5FB-6281-646CBC6127AB}"/>
              </a:ext>
            </a:extLst>
          </p:cNvPr>
          <p:cNvSpPr txBox="1">
            <a:spLocks/>
          </p:cNvSpPr>
          <p:nvPr/>
        </p:nvSpPr>
        <p:spPr>
          <a:xfrm>
            <a:off x="444500" y="3573975"/>
            <a:ext cx="10471150" cy="69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500" b="1" i="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>
              <a:defRPr sz="1500" b="0" spc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>
              <a:defRPr sz="1500" b="0" spc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>
              <a:defRPr sz="1500" b="0" spc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>
              <a:defRPr sz="1500" b="0" spc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kern="0" dirty="0"/>
              <a:t>Cash Accounting:</a:t>
            </a:r>
            <a:endParaRPr lang="en-US" i="1" kern="0" dirty="0">
              <a:solidFill>
                <a:sysClr val="windowText" lastClr="0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Cash Inflows: Recognized when company receives cash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kern="0" dirty="0">
                <a:solidFill>
                  <a:sysClr val="windowText" lastClr="000000"/>
                </a:solidFill>
              </a:rPr>
              <a:t>Cash Outflows: Recognized when company pays cash</a:t>
            </a:r>
            <a:endParaRPr lang="en-US" b="0" kern="0" dirty="0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B482E99-37BE-EFB4-46BD-84BFE75889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665" y="4489449"/>
            <a:ext cx="1070835" cy="10708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4E7066-C70B-5C4C-C9FE-F7B17FA2FEE1}"/>
              </a:ext>
            </a:extLst>
          </p:cNvPr>
          <p:cNvSpPr txBox="1"/>
          <p:nvPr/>
        </p:nvSpPr>
        <p:spPr>
          <a:xfrm>
            <a:off x="8147050" y="4432763"/>
            <a:ext cx="3597275" cy="1200329"/>
          </a:xfrm>
          <a:prstGeom prst="rect">
            <a:avLst/>
          </a:prstGeom>
          <a:solidFill>
            <a:srgbClr val="088466">
              <a:alpha val="30980"/>
            </a:srgbClr>
          </a:solidFill>
        </p:spPr>
        <p:txBody>
          <a:bodyPr wrap="square">
            <a:spAutoFit/>
          </a:bodyPr>
          <a:lstStyle/>
          <a:p>
            <a:r>
              <a:rPr lang="en-US" dirty="0"/>
              <a:t>On Friday Sept 20</a:t>
            </a:r>
            <a:r>
              <a:rPr lang="en-US" baseline="30000" dirty="0"/>
              <a:t>th</a:t>
            </a:r>
            <a:r>
              <a:rPr lang="en-US" dirty="0"/>
              <a:t>, you go out for a dinner that costs $200.   You paid with your credit card. Your credit card has to be paid on October 10</a:t>
            </a:r>
            <a:r>
              <a:rPr lang="en-US" baseline="30000" dirty="0"/>
              <a:t>th</a:t>
            </a:r>
            <a:r>
              <a:rPr lang="en-US" dirty="0"/>
              <a:t>. </a:t>
            </a:r>
            <a:endParaRPr lang="en-C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3DA06E-4AEE-9AF0-F42D-FC404768A8BE}"/>
              </a:ext>
            </a:extLst>
          </p:cNvPr>
          <p:cNvSpPr txBox="1"/>
          <p:nvPr/>
        </p:nvSpPr>
        <p:spPr>
          <a:xfrm>
            <a:off x="8147050" y="267019"/>
            <a:ext cx="3597275" cy="584775"/>
          </a:xfrm>
          <a:prstGeom prst="rect">
            <a:avLst/>
          </a:prstGeom>
          <a:solidFill>
            <a:srgbClr val="088466">
              <a:alpha val="30980"/>
            </a:srgbClr>
          </a:solidFill>
        </p:spPr>
        <p:txBody>
          <a:bodyPr wrap="square">
            <a:spAutoFit/>
          </a:bodyPr>
          <a:lstStyle/>
          <a:p>
            <a:r>
              <a:rPr lang="en-US" sz="1600" b="1" dirty="0"/>
              <a:t>Definition of Accrual: </a:t>
            </a:r>
            <a:r>
              <a:rPr lang="en-US" sz="1600" i="1" dirty="0"/>
              <a:t>the accumulation or increase of something over time. </a:t>
            </a:r>
            <a:endParaRPr lang="en-CA" sz="1600" b="1" dirty="0"/>
          </a:p>
        </p:txBody>
      </p:sp>
    </p:spTree>
    <p:extLst>
      <p:ext uri="{BB962C8B-B14F-4D97-AF65-F5344CB8AC3E}">
        <p14:creationId xmlns:p14="http://schemas.microsoft.com/office/powerpoint/2010/main" val="1727516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>
            <a:extLst>
              <a:ext uri="{FF2B5EF4-FFF2-40B4-BE49-F238E27FC236}">
                <a16:creationId xmlns:a16="http://schemas.microsoft.com/office/drawing/2014/main" id="{6ED17D27-3CB8-3B45-8F75-9B859FBD3B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 algn="r">
              <a:spcBef>
                <a:spcPts val="20"/>
              </a:spcBef>
            </a:pPr>
            <a:fld id="{2ED9487D-5AC4-D340-AD5D-72D20FBBF82E}" type="datetime4">
              <a:rPr lang="en-CA" spc="-5" smtClean="0"/>
              <a:pPr marL="12700" algn="r">
                <a:spcBef>
                  <a:spcPts val="20"/>
                </a:spcBef>
              </a:pPr>
              <a:t>September 26, 2025</a:t>
            </a:fld>
            <a:r>
              <a:rPr lang="en-CA" spc="-5"/>
              <a:t> </a:t>
            </a:r>
            <a:r>
              <a:rPr lang="en-CA"/>
              <a:t>/ </a:t>
            </a:r>
            <a:fld id="{81D60167-4931-47E6-BA6A-407CBD079E47}" type="slidenum">
              <a:rPr lang="en-CA" b="1" smtClean="0">
                <a:solidFill>
                  <a:srgbClr val="000000"/>
                </a:solidFill>
              </a:rPr>
              <a:pPr marL="12700" algn="r">
                <a:spcBef>
                  <a:spcPts val="20"/>
                </a:spcBef>
              </a:pPr>
              <a:t>4</a:t>
            </a:fld>
            <a:endParaRPr lang="en-CA" b="1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761AF-8B59-CE4D-9F57-CFDCBF5048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Bank Loan</a:t>
            </a:r>
            <a:endParaRPr lang="en-US" sz="35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67A346-02A6-3350-7DCB-B4A952AA9921}"/>
              </a:ext>
            </a:extLst>
          </p:cNvPr>
          <p:cNvSpPr txBox="1"/>
          <p:nvPr/>
        </p:nvSpPr>
        <p:spPr>
          <a:xfrm>
            <a:off x="5083609" y="1118013"/>
            <a:ext cx="51244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Details of Transaction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You received $6,000</a:t>
            </a:r>
          </a:p>
          <a:p>
            <a:pPr marL="285750" indent="-285750">
              <a:buFontTx/>
              <a:buChar char="-"/>
            </a:pPr>
            <a:r>
              <a:rPr lang="en-US" dirty="0"/>
              <a:t>You will pay it back in 5 years</a:t>
            </a:r>
          </a:p>
          <a:p>
            <a:pPr marL="285750" indent="-285750">
              <a:buFontTx/>
              <a:buChar char="-"/>
            </a:pPr>
            <a:r>
              <a:rPr lang="en-US" dirty="0"/>
              <a:t>You will pay interest of $100 each month</a:t>
            </a:r>
          </a:p>
          <a:p>
            <a:pPr marL="285750" indent="-285750">
              <a:buFontTx/>
              <a:buChar char="-"/>
            </a:pPr>
            <a:r>
              <a:rPr lang="en-US" dirty="0"/>
              <a:t>You will need audited F/S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27622D1-E8E0-0FF7-E5E0-E635741DEF54}"/>
              </a:ext>
            </a:extLst>
          </p:cNvPr>
          <p:cNvCxnSpPr>
            <a:cxnSpLocks/>
          </p:cNvCxnSpPr>
          <p:nvPr/>
        </p:nvCxnSpPr>
        <p:spPr>
          <a:xfrm>
            <a:off x="5394325" y="3833717"/>
            <a:ext cx="0" cy="1830421"/>
          </a:xfrm>
          <a:prstGeom prst="line">
            <a:avLst/>
          </a:prstGeom>
          <a:ln>
            <a:solidFill>
              <a:srgbClr val="088466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058097-0D8E-45E2-34E1-149C6A1CD380}"/>
              </a:ext>
            </a:extLst>
          </p:cNvPr>
          <p:cNvCxnSpPr>
            <a:cxnSpLocks/>
          </p:cNvCxnSpPr>
          <p:nvPr/>
        </p:nvCxnSpPr>
        <p:spPr>
          <a:xfrm flipH="1">
            <a:off x="5394325" y="5664138"/>
            <a:ext cx="3381375" cy="0"/>
          </a:xfrm>
          <a:prstGeom prst="line">
            <a:avLst/>
          </a:prstGeom>
          <a:ln>
            <a:solidFill>
              <a:srgbClr val="3F82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75BB0E9-3B14-3CEC-45E2-C440934CE3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557" y="1281323"/>
            <a:ext cx="1422094" cy="1422094"/>
          </a:xfrm>
          <a:prstGeom prst="rect">
            <a:avLst/>
          </a:prstGeom>
        </p:spPr>
      </p:pic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CCBFDE0-4443-2744-8D0E-0FB320D739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805" y="4533838"/>
            <a:ext cx="1345889" cy="1345889"/>
          </a:xfrm>
          <a:prstGeom prst="rect">
            <a:avLst/>
          </a:prstGeom>
        </p:spPr>
      </p:pic>
      <p:sp>
        <p:nvSpPr>
          <p:cNvPr id="13" name="Arrow: Notched Right 12">
            <a:extLst>
              <a:ext uri="{FF2B5EF4-FFF2-40B4-BE49-F238E27FC236}">
                <a16:creationId xmlns:a16="http://schemas.microsoft.com/office/drawing/2014/main" id="{1E1D0F13-F2CB-3399-E6FA-652A4AB6CFCD}"/>
              </a:ext>
            </a:extLst>
          </p:cNvPr>
          <p:cNvSpPr/>
          <p:nvPr/>
        </p:nvSpPr>
        <p:spPr>
          <a:xfrm rot="5400000">
            <a:off x="1429417" y="3285331"/>
            <a:ext cx="1294373" cy="666594"/>
          </a:xfrm>
          <a:prstGeom prst="notchedRightArrow">
            <a:avLst/>
          </a:prstGeom>
          <a:solidFill>
            <a:srgbClr val="088466"/>
          </a:solidFill>
          <a:ln>
            <a:solidFill>
              <a:srgbClr val="3F82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21" name="Picture 2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DAA504B-E89E-246F-13D0-4468C73572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901" y="3044996"/>
            <a:ext cx="768008" cy="76800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67726FF-82CD-7FCE-C2F2-D2783F0E0BE0}"/>
              </a:ext>
            </a:extLst>
          </p:cNvPr>
          <p:cNvSpPr txBox="1"/>
          <p:nvPr/>
        </p:nvSpPr>
        <p:spPr>
          <a:xfrm>
            <a:off x="5083609" y="2648209"/>
            <a:ext cx="512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is interest?</a:t>
            </a:r>
          </a:p>
        </p:txBody>
      </p:sp>
    </p:spTree>
    <p:extLst>
      <p:ext uri="{BB962C8B-B14F-4D97-AF65-F5344CB8AC3E}">
        <p14:creationId xmlns:p14="http://schemas.microsoft.com/office/powerpoint/2010/main" val="4268863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>
            <a:extLst>
              <a:ext uri="{FF2B5EF4-FFF2-40B4-BE49-F238E27FC236}">
                <a16:creationId xmlns:a16="http://schemas.microsoft.com/office/drawing/2014/main" id="{6ED17D27-3CB8-3B45-8F75-9B859FBD3B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 algn="r">
              <a:spcBef>
                <a:spcPts val="20"/>
              </a:spcBef>
            </a:pPr>
            <a:fld id="{2ED9487D-5AC4-D340-AD5D-72D20FBBF82E}" type="datetime4">
              <a:rPr lang="en-CA" spc="-5" smtClean="0"/>
              <a:pPr marL="12700" algn="r">
                <a:spcBef>
                  <a:spcPts val="20"/>
                </a:spcBef>
              </a:pPr>
              <a:t>September 26, 2025</a:t>
            </a:fld>
            <a:r>
              <a:rPr lang="en-CA" spc="-5"/>
              <a:t> </a:t>
            </a:r>
            <a:r>
              <a:rPr lang="en-CA"/>
              <a:t>/ </a:t>
            </a:r>
            <a:fld id="{81D60167-4931-47E6-BA6A-407CBD079E47}" type="slidenum">
              <a:rPr lang="en-CA" b="1" smtClean="0">
                <a:solidFill>
                  <a:srgbClr val="000000"/>
                </a:solidFill>
              </a:rPr>
              <a:pPr marL="12700" algn="r">
                <a:spcBef>
                  <a:spcPts val="20"/>
                </a:spcBef>
              </a:pPr>
              <a:t>5</a:t>
            </a:fld>
            <a:endParaRPr lang="en-CA" b="1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761AF-8B59-CE4D-9F57-CFDCBF5048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Rent</a:t>
            </a:r>
            <a:endParaRPr lang="en-US" sz="35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67A346-02A6-3350-7DCB-B4A952AA9921}"/>
              </a:ext>
            </a:extLst>
          </p:cNvPr>
          <p:cNvSpPr txBox="1"/>
          <p:nvPr/>
        </p:nvSpPr>
        <p:spPr>
          <a:xfrm>
            <a:off x="5083608" y="1118013"/>
            <a:ext cx="60542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Details of Transaction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Signed a lease on August 1</a:t>
            </a:r>
            <a:r>
              <a:rPr lang="en-US" baseline="30000" dirty="0"/>
              <a:t>st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Monthly payments of $1000 on 1</a:t>
            </a:r>
            <a:r>
              <a:rPr lang="en-US" baseline="30000" dirty="0"/>
              <a:t>st</a:t>
            </a:r>
            <a:r>
              <a:rPr lang="en-US" dirty="0"/>
              <a:t> of day of the month</a:t>
            </a:r>
          </a:p>
          <a:p>
            <a:pPr marL="285750" indent="-285750">
              <a:buFontTx/>
              <a:buChar char="-"/>
            </a:pPr>
            <a:r>
              <a:rPr lang="en-US" dirty="0"/>
              <a:t>First payment is due on August 1</a:t>
            </a:r>
            <a:r>
              <a:rPr lang="en-US" baseline="30000" dirty="0"/>
              <a:t>st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27622D1-E8E0-0FF7-E5E0-E635741DEF54}"/>
              </a:ext>
            </a:extLst>
          </p:cNvPr>
          <p:cNvCxnSpPr>
            <a:cxnSpLocks/>
          </p:cNvCxnSpPr>
          <p:nvPr/>
        </p:nvCxnSpPr>
        <p:spPr>
          <a:xfrm>
            <a:off x="5394325" y="3833717"/>
            <a:ext cx="0" cy="1830421"/>
          </a:xfrm>
          <a:prstGeom prst="line">
            <a:avLst/>
          </a:prstGeom>
          <a:ln>
            <a:solidFill>
              <a:srgbClr val="088466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058097-0D8E-45E2-34E1-149C6A1CD380}"/>
              </a:ext>
            </a:extLst>
          </p:cNvPr>
          <p:cNvCxnSpPr>
            <a:cxnSpLocks/>
          </p:cNvCxnSpPr>
          <p:nvPr/>
        </p:nvCxnSpPr>
        <p:spPr>
          <a:xfrm flipH="1">
            <a:off x="5394325" y="5664138"/>
            <a:ext cx="3381375" cy="0"/>
          </a:xfrm>
          <a:prstGeom prst="line">
            <a:avLst/>
          </a:prstGeom>
          <a:ln>
            <a:solidFill>
              <a:srgbClr val="3F82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rrow: Notched Right 12">
            <a:extLst>
              <a:ext uri="{FF2B5EF4-FFF2-40B4-BE49-F238E27FC236}">
                <a16:creationId xmlns:a16="http://schemas.microsoft.com/office/drawing/2014/main" id="{1E1D0F13-F2CB-3399-E6FA-652A4AB6CFCD}"/>
              </a:ext>
            </a:extLst>
          </p:cNvPr>
          <p:cNvSpPr/>
          <p:nvPr/>
        </p:nvSpPr>
        <p:spPr>
          <a:xfrm rot="5400000">
            <a:off x="891780" y="3126922"/>
            <a:ext cx="1000843" cy="463549"/>
          </a:xfrm>
          <a:prstGeom prst="notchedRightArrow">
            <a:avLst/>
          </a:prstGeom>
          <a:solidFill>
            <a:srgbClr val="088466"/>
          </a:solidFill>
          <a:ln>
            <a:solidFill>
              <a:srgbClr val="3F82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21" name="Picture 2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DAA504B-E89E-246F-13D0-4468C73572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260" y="3010737"/>
            <a:ext cx="768008" cy="76800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67726FF-82CD-7FCE-C2F2-D2783F0E0BE0}"/>
              </a:ext>
            </a:extLst>
          </p:cNvPr>
          <p:cNvSpPr txBox="1"/>
          <p:nvPr/>
        </p:nvSpPr>
        <p:spPr>
          <a:xfrm>
            <a:off x="5083609" y="2648209"/>
            <a:ext cx="5124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Who are the parties of the transaction and what are they getting?</a:t>
            </a: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3CE0235-2961-3746-A937-EB3F6FEEB8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101" y="1140691"/>
            <a:ext cx="1495159" cy="1495159"/>
          </a:xfrm>
          <a:prstGeom prst="rect">
            <a:avLst/>
          </a:prstGeom>
        </p:spPr>
      </p:pic>
      <p:sp>
        <p:nvSpPr>
          <p:cNvPr id="8" name="Arrow: Notched Right 7">
            <a:extLst>
              <a:ext uri="{FF2B5EF4-FFF2-40B4-BE49-F238E27FC236}">
                <a16:creationId xmlns:a16="http://schemas.microsoft.com/office/drawing/2014/main" id="{D676C0F6-3765-57BF-CDAE-5D53D77865B1}"/>
              </a:ext>
            </a:extLst>
          </p:cNvPr>
          <p:cNvSpPr/>
          <p:nvPr/>
        </p:nvSpPr>
        <p:spPr>
          <a:xfrm rot="16200000">
            <a:off x="1617304" y="3080808"/>
            <a:ext cx="1000843" cy="463549"/>
          </a:xfrm>
          <a:prstGeom prst="notchedRightArrow">
            <a:avLst/>
          </a:prstGeom>
          <a:solidFill>
            <a:srgbClr val="088466"/>
          </a:solidFill>
          <a:ln>
            <a:solidFill>
              <a:srgbClr val="3F82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8B61DF7-2AF8-82A4-5F98-33655F393B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79" y="4364326"/>
            <a:ext cx="952497" cy="952497"/>
          </a:xfrm>
          <a:prstGeom prst="rect">
            <a:avLst/>
          </a:prstGeom>
        </p:spPr>
      </p:pic>
      <p:pic>
        <p:nvPicPr>
          <p:cNvPr id="16" name="Picture 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51CFFBE-3942-1907-6822-B58C1E7F2E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976" y="4255975"/>
            <a:ext cx="1169198" cy="116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46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>
            <a:extLst>
              <a:ext uri="{FF2B5EF4-FFF2-40B4-BE49-F238E27FC236}">
                <a16:creationId xmlns:a16="http://schemas.microsoft.com/office/drawing/2014/main" id="{6ED17D27-3CB8-3B45-8F75-9B859FBD3B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 algn="r">
              <a:spcBef>
                <a:spcPts val="20"/>
              </a:spcBef>
            </a:pPr>
            <a:fld id="{2ED9487D-5AC4-D340-AD5D-72D20FBBF82E}" type="datetime4">
              <a:rPr lang="en-CA" spc="-5" smtClean="0"/>
              <a:pPr marL="12700" algn="r">
                <a:spcBef>
                  <a:spcPts val="20"/>
                </a:spcBef>
              </a:pPr>
              <a:t>September 26, 2025</a:t>
            </a:fld>
            <a:r>
              <a:rPr lang="en-CA" spc="-5"/>
              <a:t> </a:t>
            </a:r>
            <a:r>
              <a:rPr lang="en-CA"/>
              <a:t>/ </a:t>
            </a:r>
            <a:fld id="{81D60167-4931-47E6-BA6A-407CBD079E47}" type="slidenum">
              <a:rPr lang="en-CA" b="1" smtClean="0">
                <a:solidFill>
                  <a:srgbClr val="000000"/>
                </a:solidFill>
              </a:rPr>
              <a:pPr marL="12700" algn="r">
                <a:spcBef>
                  <a:spcPts val="20"/>
                </a:spcBef>
              </a:pPr>
              <a:t>6</a:t>
            </a:fld>
            <a:endParaRPr lang="en-CA" b="1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761AF-8B59-CE4D-9F57-CFDCBF5048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Advertisement &amp; Marketing</a:t>
            </a:r>
            <a:endParaRPr lang="en-US" sz="35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67A346-02A6-3350-7DCB-B4A952AA9921}"/>
              </a:ext>
            </a:extLst>
          </p:cNvPr>
          <p:cNvSpPr txBox="1"/>
          <p:nvPr/>
        </p:nvSpPr>
        <p:spPr>
          <a:xfrm>
            <a:off x="5003800" y="1326934"/>
            <a:ext cx="5124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Details of Transaction</a:t>
            </a:r>
          </a:p>
          <a:p>
            <a:pPr marL="285750" indent="-285750">
              <a:buFontTx/>
              <a:buChar char="-"/>
            </a:pPr>
            <a:r>
              <a:rPr lang="en-CA" dirty="0"/>
              <a:t>Paid $1,000 for an advertisement</a:t>
            </a:r>
          </a:p>
          <a:p>
            <a:pPr marL="285750" indent="-285750">
              <a:buFontTx/>
              <a:buChar char="-"/>
            </a:pPr>
            <a:r>
              <a:rPr lang="en-CA" dirty="0"/>
              <a:t>Advertisement will run on August 25</a:t>
            </a:r>
            <a:r>
              <a:rPr lang="en-CA" baseline="30000" dirty="0"/>
              <a:t>th</a:t>
            </a:r>
            <a:r>
              <a:rPr lang="en-CA" dirty="0"/>
              <a:t> (5 days from now)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969483-5D7D-EE1C-0A05-9AF7F4446230}"/>
              </a:ext>
            </a:extLst>
          </p:cNvPr>
          <p:cNvSpPr txBox="1"/>
          <p:nvPr/>
        </p:nvSpPr>
        <p:spPr>
          <a:xfrm>
            <a:off x="5003800" y="2694963"/>
            <a:ext cx="512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is advertisement ?</a:t>
            </a:r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4DF4810-9C83-8E4D-5D82-25F387A38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822" y="1964643"/>
            <a:ext cx="2632757" cy="26327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A5DF17-6110-098C-A48D-ACBD8DEB0062}"/>
              </a:ext>
            </a:extLst>
          </p:cNvPr>
          <p:cNvSpPr txBox="1"/>
          <p:nvPr/>
        </p:nvSpPr>
        <p:spPr>
          <a:xfrm>
            <a:off x="5003800" y="4146072"/>
            <a:ext cx="512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Is Advertisement an Asset?</a:t>
            </a:r>
          </a:p>
        </p:txBody>
      </p:sp>
      <p:pic>
        <p:nvPicPr>
          <p:cNvPr id="13" name="Picture 12" descr="A diagram of a diagram&#10;&#10;Description automatically generated">
            <a:extLst>
              <a:ext uri="{FF2B5EF4-FFF2-40B4-BE49-F238E27FC236}">
                <a16:creationId xmlns:a16="http://schemas.microsoft.com/office/drawing/2014/main" id="{55384B33-C253-DF70-8C24-6912CC9271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800" y="4597400"/>
            <a:ext cx="2924464" cy="126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315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>
            <a:extLst>
              <a:ext uri="{FF2B5EF4-FFF2-40B4-BE49-F238E27FC236}">
                <a16:creationId xmlns:a16="http://schemas.microsoft.com/office/drawing/2014/main" id="{6ED17D27-3CB8-3B45-8F75-9B859FBD3B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 algn="r">
              <a:spcBef>
                <a:spcPts val="20"/>
              </a:spcBef>
            </a:pPr>
            <a:fld id="{2ED9487D-5AC4-D340-AD5D-72D20FBBF82E}" type="datetime4">
              <a:rPr lang="en-CA" spc="-5" smtClean="0"/>
              <a:pPr marL="12700" algn="r">
                <a:spcBef>
                  <a:spcPts val="20"/>
                </a:spcBef>
              </a:pPr>
              <a:t>September 26, 2025</a:t>
            </a:fld>
            <a:r>
              <a:rPr lang="en-CA" spc="-5"/>
              <a:t> </a:t>
            </a:r>
            <a:r>
              <a:rPr lang="en-CA"/>
              <a:t>/ </a:t>
            </a:r>
            <a:fld id="{81D60167-4931-47E6-BA6A-407CBD079E47}" type="slidenum">
              <a:rPr lang="en-CA" b="1" smtClean="0">
                <a:solidFill>
                  <a:srgbClr val="000000"/>
                </a:solidFill>
              </a:rPr>
              <a:pPr marL="12700" algn="r">
                <a:spcBef>
                  <a:spcPts val="20"/>
                </a:spcBef>
              </a:pPr>
              <a:t>7</a:t>
            </a:fld>
            <a:endParaRPr lang="en-CA" b="1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761AF-8B59-CE4D-9F57-CFDCBF5048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306388"/>
            <a:ext cx="10839450" cy="538609"/>
          </a:xfrm>
        </p:spPr>
        <p:txBody>
          <a:bodyPr/>
          <a:lstStyle/>
          <a:p>
            <a:r>
              <a:rPr lang="en-US" dirty="0"/>
              <a:t>Identifying Parties and Responsibilities of a Contract</a:t>
            </a:r>
            <a:endParaRPr lang="en-US" sz="3500" b="1" dirty="0"/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1384303-6D8A-D208-3CCF-210D76994F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955" y="1496413"/>
            <a:ext cx="1422094" cy="14220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B2043C-EB58-0DE9-DE77-7CC2F2EFA5A7}"/>
              </a:ext>
            </a:extLst>
          </p:cNvPr>
          <p:cNvSpPr txBox="1"/>
          <p:nvPr/>
        </p:nvSpPr>
        <p:spPr>
          <a:xfrm>
            <a:off x="1889559" y="1915773"/>
            <a:ext cx="1977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88466"/>
                </a:solidFill>
              </a:rPr>
              <a:t>Seller / Provider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B1D49F-B262-1D28-0CDD-5C35B07D26DD}"/>
              </a:ext>
            </a:extLst>
          </p:cNvPr>
          <p:cNvSpPr txBox="1"/>
          <p:nvPr/>
        </p:nvSpPr>
        <p:spPr>
          <a:xfrm>
            <a:off x="7515659" y="1838128"/>
            <a:ext cx="1977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88466"/>
                </a:solidFill>
              </a:rPr>
              <a:t>Buyer / Recipient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A8E1D2-3B53-606C-06CE-FE77A96E6D34}"/>
              </a:ext>
            </a:extLst>
          </p:cNvPr>
          <p:cNvSpPr txBox="1"/>
          <p:nvPr/>
        </p:nvSpPr>
        <p:spPr>
          <a:xfrm>
            <a:off x="4514850" y="3187700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Identifies the parties involved and their respective obligations.</a:t>
            </a:r>
            <a:endParaRPr lang="en-C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B60BFB-3273-17E4-B4CE-B29806C95371}"/>
              </a:ext>
            </a:extLst>
          </p:cNvPr>
          <p:cNvSpPr txBox="1"/>
          <p:nvPr/>
        </p:nvSpPr>
        <p:spPr>
          <a:xfrm>
            <a:off x="1304924" y="4851850"/>
            <a:ext cx="9439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 change in assets and liabilities only occurs when one of the party performs their obligation. </a:t>
            </a:r>
          </a:p>
        </p:txBody>
      </p:sp>
    </p:spTree>
    <p:extLst>
      <p:ext uri="{BB962C8B-B14F-4D97-AF65-F5344CB8AC3E}">
        <p14:creationId xmlns:p14="http://schemas.microsoft.com/office/powerpoint/2010/main" val="3897872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>
            <a:extLst>
              <a:ext uri="{FF2B5EF4-FFF2-40B4-BE49-F238E27FC236}">
                <a16:creationId xmlns:a16="http://schemas.microsoft.com/office/drawing/2014/main" id="{6ED17D27-3CB8-3B45-8F75-9B859FBD3B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236102" y="6166797"/>
            <a:ext cx="3651250" cy="133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 algn="r">
              <a:spcBef>
                <a:spcPts val="20"/>
              </a:spcBef>
            </a:pPr>
            <a:fld id="{2ED9487D-5AC4-D340-AD5D-72D20FBBF82E}" type="datetime4">
              <a:rPr lang="en-CA" spc="-5" smtClean="0"/>
              <a:pPr marL="12700" algn="r">
                <a:spcBef>
                  <a:spcPts val="20"/>
                </a:spcBef>
              </a:pPr>
              <a:t>September 26, 2025</a:t>
            </a:fld>
            <a:r>
              <a:rPr lang="en-CA" spc="-5" dirty="0"/>
              <a:t> </a:t>
            </a:r>
            <a:r>
              <a:rPr lang="en-CA" dirty="0"/>
              <a:t>/ </a:t>
            </a:r>
            <a:fld id="{81D60167-4931-47E6-BA6A-407CBD079E47}" type="slidenum">
              <a:rPr lang="en-CA" b="1" smtClean="0">
                <a:solidFill>
                  <a:srgbClr val="000000"/>
                </a:solidFill>
              </a:rPr>
              <a:pPr marL="12700" algn="r">
                <a:spcBef>
                  <a:spcPts val="20"/>
                </a:spcBef>
              </a:pPr>
              <a:t>8</a:t>
            </a:fld>
            <a:endParaRPr lang="en-CA" b="1" dirty="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761AF-8B59-CE4D-9F57-CFDCBF5048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306388"/>
            <a:ext cx="7454899" cy="684212"/>
          </a:xfrm>
        </p:spPr>
        <p:txBody>
          <a:bodyPr/>
          <a:lstStyle/>
          <a:p>
            <a:r>
              <a:rPr lang="en-US" dirty="0"/>
              <a:t>Decreasing the Cost of the Equipment</a:t>
            </a:r>
            <a:endParaRPr lang="en-US" sz="3500" b="1" dirty="0"/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B4B2E2B-0491-AF04-D4E1-B4F352996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505" y="1917699"/>
            <a:ext cx="2628595" cy="26285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67A346-02A6-3350-7DCB-B4A952AA9921}"/>
              </a:ext>
            </a:extLst>
          </p:cNvPr>
          <p:cNvSpPr txBox="1"/>
          <p:nvPr/>
        </p:nvSpPr>
        <p:spPr>
          <a:xfrm>
            <a:off x="844550" y="4841168"/>
            <a:ext cx="3803650" cy="73866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Details of Transaction</a:t>
            </a:r>
          </a:p>
          <a:p>
            <a:pPr marL="285750" indent="-285750">
              <a:buFontTx/>
              <a:buChar char="-"/>
            </a:pPr>
            <a:r>
              <a:rPr lang="en-CA" sz="1400" dirty="0"/>
              <a:t>5 year useful life</a:t>
            </a:r>
          </a:p>
          <a:p>
            <a:pPr marL="285750" indent="-285750">
              <a:buFontTx/>
              <a:buChar char="-"/>
            </a:pPr>
            <a:r>
              <a:rPr lang="en-CA" sz="1400" dirty="0"/>
              <a:t>$0 value at the end of 5 year (residual value)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969483-5D7D-EE1C-0A05-9AF7F4446230}"/>
              </a:ext>
            </a:extLst>
          </p:cNvPr>
          <p:cNvSpPr txBox="1"/>
          <p:nvPr/>
        </p:nvSpPr>
        <p:spPr>
          <a:xfrm>
            <a:off x="5220005" y="1185774"/>
            <a:ext cx="62226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Measurement</a:t>
            </a:r>
          </a:p>
          <a:p>
            <a:pPr marL="285750" indent="-285750">
              <a:buFontTx/>
              <a:buChar char="-"/>
            </a:pPr>
            <a:r>
              <a:rPr lang="en-CA" dirty="0"/>
              <a:t>Depreciation will help us decrease the value of the asset over time. 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27622D1-E8E0-0FF7-E5E0-E635741DEF54}"/>
              </a:ext>
            </a:extLst>
          </p:cNvPr>
          <p:cNvCxnSpPr/>
          <p:nvPr/>
        </p:nvCxnSpPr>
        <p:spPr>
          <a:xfrm>
            <a:off x="6543981" y="2072235"/>
            <a:ext cx="0" cy="1365404"/>
          </a:xfrm>
          <a:prstGeom prst="line">
            <a:avLst/>
          </a:prstGeom>
          <a:ln>
            <a:solidFill>
              <a:srgbClr val="088466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058097-0D8E-45E2-34E1-149C6A1CD380}"/>
              </a:ext>
            </a:extLst>
          </p:cNvPr>
          <p:cNvCxnSpPr>
            <a:cxnSpLocks/>
          </p:cNvCxnSpPr>
          <p:nvPr/>
        </p:nvCxnSpPr>
        <p:spPr>
          <a:xfrm flipH="1">
            <a:off x="6543981" y="3437639"/>
            <a:ext cx="2514600" cy="0"/>
          </a:xfrm>
          <a:prstGeom prst="line">
            <a:avLst/>
          </a:prstGeom>
          <a:ln>
            <a:solidFill>
              <a:srgbClr val="3F82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DD7FAAF-BFE5-6D62-C7A6-FBE4EB9709B8}"/>
              </a:ext>
            </a:extLst>
          </p:cNvPr>
          <p:cNvSpPr txBox="1"/>
          <p:nvPr/>
        </p:nvSpPr>
        <p:spPr>
          <a:xfrm>
            <a:off x="5124754" y="3702361"/>
            <a:ext cx="62226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Depreciation (straight-line approach)</a:t>
            </a:r>
          </a:p>
          <a:p>
            <a:endParaRPr lang="en-US" b="1" dirty="0"/>
          </a:p>
          <a:p>
            <a:pPr algn="ctr"/>
            <a:r>
              <a:rPr lang="en-US" u="sng" dirty="0"/>
              <a:t>Initial Cost of Asset – Residual Value</a:t>
            </a:r>
          </a:p>
          <a:p>
            <a:pPr algn="ctr"/>
            <a:r>
              <a:rPr lang="en-US" dirty="0"/>
              <a:t>Useful Life of the Asset</a:t>
            </a:r>
          </a:p>
        </p:txBody>
      </p:sp>
    </p:spTree>
    <p:extLst>
      <p:ext uri="{BB962C8B-B14F-4D97-AF65-F5344CB8AC3E}">
        <p14:creationId xmlns:p14="http://schemas.microsoft.com/office/powerpoint/2010/main" val="383602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>
            <a:extLst>
              <a:ext uri="{FF2B5EF4-FFF2-40B4-BE49-F238E27FC236}">
                <a16:creationId xmlns:a16="http://schemas.microsoft.com/office/drawing/2014/main" id="{6ED17D27-3CB8-3B45-8F75-9B859FBD3B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 algn="r">
              <a:spcBef>
                <a:spcPts val="20"/>
              </a:spcBef>
            </a:pPr>
            <a:fld id="{2ED9487D-5AC4-D340-AD5D-72D20FBBF82E}" type="datetime4">
              <a:rPr lang="en-CA" spc="-5" smtClean="0"/>
              <a:pPr marL="12700" algn="r">
                <a:spcBef>
                  <a:spcPts val="20"/>
                </a:spcBef>
              </a:pPr>
              <a:t>September 26, 2025</a:t>
            </a:fld>
            <a:r>
              <a:rPr lang="en-CA" spc="-5"/>
              <a:t> </a:t>
            </a:r>
            <a:r>
              <a:rPr lang="en-CA"/>
              <a:t>/ </a:t>
            </a:r>
            <a:fld id="{81D60167-4931-47E6-BA6A-407CBD079E47}" type="slidenum">
              <a:rPr lang="en-CA" b="1" smtClean="0">
                <a:solidFill>
                  <a:srgbClr val="000000"/>
                </a:solidFill>
              </a:rPr>
              <a:pPr marL="12700" algn="r">
                <a:spcBef>
                  <a:spcPts val="20"/>
                </a:spcBef>
              </a:pPr>
              <a:t>9</a:t>
            </a:fld>
            <a:endParaRPr lang="en-CA" b="1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761AF-8B59-CE4D-9F57-CFDCBF5048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Recording Interest</a:t>
            </a:r>
            <a:endParaRPr lang="en-US" sz="35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67A346-02A6-3350-7DCB-B4A952AA9921}"/>
              </a:ext>
            </a:extLst>
          </p:cNvPr>
          <p:cNvSpPr txBox="1"/>
          <p:nvPr/>
        </p:nvSpPr>
        <p:spPr>
          <a:xfrm>
            <a:off x="5083609" y="1118013"/>
            <a:ext cx="5124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Details of Transaction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You received $6,000</a:t>
            </a:r>
          </a:p>
          <a:p>
            <a:pPr marL="285750" indent="-285750">
              <a:buFontTx/>
              <a:buChar char="-"/>
            </a:pPr>
            <a:r>
              <a:rPr lang="en-US" dirty="0"/>
              <a:t>You will pay it back in 5 years</a:t>
            </a:r>
          </a:p>
          <a:p>
            <a:pPr marL="285750" indent="-285750">
              <a:buFontTx/>
              <a:buChar char="-"/>
            </a:pPr>
            <a:r>
              <a:rPr lang="en-US" dirty="0"/>
              <a:t>You will pay interest of $100 each month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27622D1-E8E0-0FF7-E5E0-E635741DEF54}"/>
              </a:ext>
            </a:extLst>
          </p:cNvPr>
          <p:cNvCxnSpPr>
            <a:cxnSpLocks/>
          </p:cNvCxnSpPr>
          <p:nvPr/>
        </p:nvCxnSpPr>
        <p:spPr>
          <a:xfrm>
            <a:off x="5394325" y="3833717"/>
            <a:ext cx="0" cy="1830421"/>
          </a:xfrm>
          <a:prstGeom prst="line">
            <a:avLst/>
          </a:prstGeom>
          <a:ln>
            <a:solidFill>
              <a:srgbClr val="088466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058097-0D8E-45E2-34E1-149C6A1CD380}"/>
              </a:ext>
            </a:extLst>
          </p:cNvPr>
          <p:cNvCxnSpPr>
            <a:cxnSpLocks/>
          </p:cNvCxnSpPr>
          <p:nvPr/>
        </p:nvCxnSpPr>
        <p:spPr>
          <a:xfrm flipH="1">
            <a:off x="5394325" y="5664138"/>
            <a:ext cx="3381375" cy="0"/>
          </a:xfrm>
          <a:prstGeom prst="line">
            <a:avLst/>
          </a:prstGeom>
          <a:ln>
            <a:solidFill>
              <a:srgbClr val="3F82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75BB0E9-3B14-3CEC-45E2-C440934CE3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557" y="1281323"/>
            <a:ext cx="1422094" cy="1422094"/>
          </a:xfrm>
          <a:prstGeom prst="rect">
            <a:avLst/>
          </a:prstGeom>
        </p:spPr>
      </p:pic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CCBFDE0-4443-2744-8D0E-0FB320D739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805" y="4533838"/>
            <a:ext cx="1345889" cy="1345889"/>
          </a:xfrm>
          <a:prstGeom prst="rect">
            <a:avLst/>
          </a:prstGeom>
        </p:spPr>
      </p:pic>
      <p:sp>
        <p:nvSpPr>
          <p:cNvPr id="13" name="Arrow: Notched Right 12">
            <a:extLst>
              <a:ext uri="{FF2B5EF4-FFF2-40B4-BE49-F238E27FC236}">
                <a16:creationId xmlns:a16="http://schemas.microsoft.com/office/drawing/2014/main" id="{1E1D0F13-F2CB-3399-E6FA-652A4AB6CFCD}"/>
              </a:ext>
            </a:extLst>
          </p:cNvPr>
          <p:cNvSpPr/>
          <p:nvPr/>
        </p:nvSpPr>
        <p:spPr>
          <a:xfrm rot="5400000">
            <a:off x="1429417" y="3285331"/>
            <a:ext cx="1294373" cy="666594"/>
          </a:xfrm>
          <a:prstGeom prst="notchedRightArrow">
            <a:avLst/>
          </a:prstGeom>
          <a:solidFill>
            <a:srgbClr val="088466"/>
          </a:solidFill>
          <a:ln>
            <a:solidFill>
              <a:srgbClr val="3F82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21" name="Picture 2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DAA504B-E89E-246F-13D0-4468C73572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901" y="3044996"/>
            <a:ext cx="768008" cy="76800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67726FF-82CD-7FCE-C2F2-D2783F0E0BE0}"/>
              </a:ext>
            </a:extLst>
          </p:cNvPr>
          <p:cNvSpPr txBox="1"/>
          <p:nvPr/>
        </p:nvSpPr>
        <p:spPr>
          <a:xfrm>
            <a:off x="5083608" y="2445900"/>
            <a:ext cx="6143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is interest?</a:t>
            </a:r>
          </a:p>
          <a:p>
            <a:pPr marL="285750" indent="-285750">
              <a:buFontTx/>
              <a:buChar char="-"/>
            </a:pPr>
            <a:r>
              <a:rPr lang="en-US" dirty="0"/>
              <a:t>Cost incurred for the benefit of “having access” to funds. </a:t>
            </a:r>
          </a:p>
          <a:p>
            <a:pPr marL="285750" indent="-285750">
              <a:buFontTx/>
              <a:buChar char="-"/>
            </a:pPr>
            <a:r>
              <a:rPr lang="en-US" dirty="0"/>
              <a:t>Interest </a:t>
            </a:r>
            <a:r>
              <a:rPr lang="en-US" i="1" dirty="0"/>
              <a:t>accrues</a:t>
            </a:r>
            <a:r>
              <a:rPr lang="en-US" dirty="0"/>
              <a:t> each day you have access to loan.</a:t>
            </a:r>
          </a:p>
        </p:txBody>
      </p:sp>
    </p:spTree>
    <p:extLst>
      <p:ext uri="{BB962C8B-B14F-4D97-AF65-F5344CB8AC3E}">
        <p14:creationId xmlns:p14="http://schemas.microsoft.com/office/powerpoint/2010/main" val="2811546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>
            <a:extLst>
              <a:ext uri="{FF2B5EF4-FFF2-40B4-BE49-F238E27FC236}">
                <a16:creationId xmlns:a16="http://schemas.microsoft.com/office/drawing/2014/main" id="{6ED17D27-3CB8-3B45-8F75-9B859FBD3B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6D6E71"/>
                </a:solidFill>
                <a:latin typeface="Arial"/>
                <a:cs typeface="Arial"/>
              </a:defRPr>
            </a:lvl1pPr>
          </a:lstStyle>
          <a:p>
            <a:pPr marL="12700" algn="r">
              <a:spcBef>
                <a:spcPts val="20"/>
              </a:spcBef>
            </a:pPr>
            <a:fld id="{2ED9487D-5AC4-D340-AD5D-72D20FBBF82E}" type="datetime4">
              <a:rPr lang="en-CA" spc="-5" smtClean="0"/>
              <a:pPr marL="12700" algn="r">
                <a:spcBef>
                  <a:spcPts val="20"/>
                </a:spcBef>
              </a:pPr>
              <a:t>September 26, 2025</a:t>
            </a:fld>
            <a:r>
              <a:rPr lang="en-CA" spc="-5"/>
              <a:t> </a:t>
            </a:r>
            <a:r>
              <a:rPr lang="en-CA"/>
              <a:t>/ </a:t>
            </a:r>
            <a:fld id="{81D60167-4931-47E6-BA6A-407CBD079E47}" type="slidenum">
              <a:rPr lang="en-CA" b="1" smtClean="0">
                <a:solidFill>
                  <a:srgbClr val="000000"/>
                </a:solidFill>
              </a:rPr>
              <a:pPr marL="12700" algn="r">
                <a:spcBef>
                  <a:spcPts val="20"/>
                </a:spcBef>
              </a:pPr>
              <a:t>10</a:t>
            </a:fld>
            <a:endParaRPr lang="en-CA" b="1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761AF-8B59-CE4D-9F57-CFDCBF5048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Rent Payment</a:t>
            </a:r>
            <a:endParaRPr lang="en-US" sz="35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67A346-02A6-3350-7DCB-B4A952AA9921}"/>
              </a:ext>
            </a:extLst>
          </p:cNvPr>
          <p:cNvSpPr txBox="1"/>
          <p:nvPr/>
        </p:nvSpPr>
        <p:spPr>
          <a:xfrm>
            <a:off x="5083608" y="1118013"/>
            <a:ext cx="60542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Details of Transaction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Signed a lease on August 1</a:t>
            </a:r>
            <a:r>
              <a:rPr lang="en-US" baseline="30000" dirty="0"/>
              <a:t>st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Monthly payments of $100 on 1</a:t>
            </a:r>
            <a:r>
              <a:rPr lang="en-US" baseline="30000" dirty="0"/>
              <a:t>st</a:t>
            </a:r>
            <a:r>
              <a:rPr lang="en-US" dirty="0"/>
              <a:t> of day of the month</a:t>
            </a:r>
          </a:p>
          <a:p>
            <a:pPr marL="285750" indent="-285750">
              <a:buFontTx/>
              <a:buChar char="-"/>
            </a:pPr>
            <a:r>
              <a:rPr lang="en-US" dirty="0"/>
              <a:t>First payment is due on August 1</a:t>
            </a:r>
            <a:r>
              <a:rPr lang="en-US" baseline="30000" dirty="0"/>
              <a:t>st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27622D1-E8E0-0FF7-E5E0-E635741DEF54}"/>
              </a:ext>
            </a:extLst>
          </p:cNvPr>
          <p:cNvCxnSpPr>
            <a:cxnSpLocks/>
          </p:cNvCxnSpPr>
          <p:nvPr/>
        </p:nvCxnSpPr>
        <p:spPr>
          <a:xfrm>
            <a:off x="5394325" y="3833717"/>
            <a:ext cx="0" cy="1830421"/>
          </a:xfrm>
          <a:prstGeom prst="line">
            <a:avLst/>
          </a:prstGeom>
          <a:ln>
            <a:solidFill>
              <a:srgbClr val="088466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058097-0D8E-45E2-34E1-149C6A1CD380}"/>
              </a:ext>
            </a:extLst>
          </p:cNvPr>
          <p:cNvCxnSpPr>
            <a:cxnSpLocks/>
          </p:cNvCxnSpPr>
          <p:nvPr/>
        </p:nvCxnSpPr>
        <p:spPr>
          <a:xfrm flipH="1">
            <a:off x="5394325" y="5664138"/>
            <a:ext cx="3381375" cy="0"/>
          </a:xfrm>
          <a:prstGeom prst="line">
            <a:avLst/>
          </a:prstGeom>
          <a:ln>
            <a:solidFill>
              <a:srgbClr val="3F82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rrow: Notched Right 12">
            <a:extLst>
              <a:ext uri="{FF2B5EF4-FFF2-40B4-BE49-F238E27FC236}">
                <a16:creationId xmlns:a16="http://schemas.microsoft.com/office/drawing/2014/main" id="{1E1D0F13-F2CB-3399-E6FA-652A4AB6CFCD}"/>
              </a:ext>
            </a:extLst>
          </p:cNvPr>
          <p:cNvSpPr/>
          <p:nvPr/>
        </p:nvSpPr>
        <p:spPr>
          <a:xfrm rot="5400000">
            <a:off x="891780" y="3126922"/>
            <a:ext cx="1000843" cy="463549"/>
          </a:xfrm>
          <a:prstGeom prst="notchedRightArrow">
            <a:avLst/>
          </a:prstGeom>
          <a:solidFill>
            <a:srgbClr val="088466"/>
          </a:solidFill>
          <a:ln>
            <a:solidFill>
              <a:srgbClr val="3F82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21" name="Picture 2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DAA504B-E89E-246F-13D0-4468C73572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260" y="3010737"/>
            <a:ext cx="768008" cy="76800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67726FF-82CD-7FCE-C2F2-D2783F0E0BE0}"/>
              </a:ext>
            </a:extLst>
          </p:cNvPr>
          <p:cNvSpPr txBox="1"/>
          <p:nvPr/>
        </p:nvSpPr>
        <p:spPr>
          <a:xfrm>
            <a:off x="5083609" y="2648209"/>
            <a:ext cx="5124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much of prepaid rent do you have left on August 31</a:t>
            </a:r>
            <a:r>
              <a:rPr lang="en-US" b="1" baseline="30000" dirty="0"/>
              <a:t>st</a:t>
            </a:r>
            <a:r>
              <a:rPr lang="en-US" b="1" dirty="0"/>
              <a:t>?</a:t>
            </a: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3CE0235-2961-3746-A937-EB3F6FEEB8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101" y="1140691"/>
            <a:ext cx="1495159" cy="1495159"/>
          </a:xfrm>
          <a:prstGeom prst="rect">
            <a:avLst/>
          </a:prstGeom>
        </p:spPr>
      </p:pic>
      <p:sp>
        <p:nvSpPr>
          <p:cNvPr id="8" name="Arrow: Notched Right 7">
            <a:extLst>
              <a:ext uri="{FF2B5EF4-FFF2-40B4-BE49-F238E27FC236}">
                <a16:creationId xmlns:a16="http://schemas.microsoft.com/office/drawing/2014/main" id="{D676C0F6-3765-57BF-CDAE-5D53D77865B1}"/>
              </a:ext>
            </a:extLst>
          </p:cNvPr>
          <p:cNvSpPr/>
          <p:nvPr/>
        </p:nvSpPr>
        <p:spPr>
          <a:xfrm rot="16200000">
            <a:off x="1617304" y="3080808"/>
            <a:ext cx="1000843" cy="463549"/>
          </a:xfrm>
          <a:prstGeom prst="notchedRightArrow">
            <a:avLst/>
          </a:prstGeom>
          <a:solidFill>
            <a:srgbClr val="088466"/>
          </a:solidFill>
          <a:ln>
            <a:solidFill>
              <a:srgbClr val="3F82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8B61DF7-2AF8-82A4-5F98-33655F393B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79" y="4364326"/>
            <a:ext cx="952497" cy="952497"/>
          </a:xfrm>
          <a:prstGeom prst="rect">
            <a:avLst/>
          </a:prstGeom>
        </p:spPr>
      </p:pic>
      <p:pic>
        <p:nvPicPr>
          <p:cNvPr id="16" name="Picture 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51CFFBE-3942-1907-6822-B58C1E7F2E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976" y="4255975"/>
            <a:ext cx="1169198" cy="116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69362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937a5a11-a510-4522-aeb9-ae801e6c6ee7" xsi:nil="true"/>
    <SharedWithUsers xmlns="5efcd340-967e-4347-8f9b-a43ad5d85211">
      <UserInfo>
        <DisplayName>Becky Dunkelman</DisplayName>
        <AccountId>603</AccountId>
        <AccountType/>
      </UserInfo>
      <UserInfo>
        <DisplayName>Da Beak</DisplayName>
        <AccountId>581</AccountId>
        <AccountType/>
      </UserInfo>
      <UserInfo>
        <DisplayName>Julia Sell</DisplayName>
        <AccountId>249</AccountId>
        <AccountType/>
      </UserInfo>
      <UserInfo>
        <DisplayName>SGSync5</DisplayName>
        <AccountId>21</AccountId>
        <AccountType/>
      </UserInfo>
      <UserInfo>
        <DisplayName>Avery Dennison Corporation</DisplayName>
        <AccountId>50</AccountId>
        <AccountType/>
      </UserInfo>
      <UserInfo>
        <DisplayName>RSW316 PAF</DisplayName>
        <AccountId>575</AccountId>
        <AccountType/>
      </UserInfo>
      <UserInfo>
        <DisplayName>sarinacui@126.com</DisplayName>
        <AccountId>588</AccountId>
        <AccountType/>
      </UserInfo>
      <UserInfo>
        <DisplayName>Carrie Smeenk</DisplayName>
        <AccountId>748</AccountId>
        <AccountType/>
      </UserInfo>
      <UserInfo>
        <DisplayName>Cindy Yen</DisplayName>
        <AccountId>582</AccountId>
        <AccountType/>
      </UserInfo>
      <UserInfo>
        <DisplayName>Garry Curnew</DisplayName>
        <AccountId>636</AccountId>
        <AccountType/>
      </UserInfo>
    </SharedWithUsers>
    <TaxCatchAll xmlns="5efcd340-967e-4347-8f9b-a43ad5d85211" xsi:nil="true"/>
    <lcf76f155ced4ddcb4097134ff3c332f xmlns="937a5a11-a510-4522-aeb9-ae801e6c6ee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A44A2E26F844D8622973673AD3409" ma:contentTypeVersion="18" ma:contentTypeDescription="Create a new document." ma:contentTypeScope="" ma:versionID="e441f8a4e9f1db6b9e7467abb565b3ed">
  <xsd:schema xmlns:xsd="http://www.w3.org/2001/XMLSchema" xmlns:xs="http://www.w3.org/2001/XMLSchema" xmlns:p="http://schemas.microsoft.com/office/2006/metadata/properties" xmlns:ns2="937a5a11-a510-4522-aeb9-ae801e6c6ee7" xmlns:ns3="5efcd340-967e-4347-8f9b-a43ad5d85211" targetNamespace="http://schemas.microsoft.com/office/2006/metadata/properties" ma:root="true" ma:fieldsID="153b211f0e5d59f3c86e6038b73d8453" ns2:_="" ns3:_="">
    <xsd:import namespace="937a5a11-a510-4522-aeb9-ae801e6c6ee7"/>
    <xsd:import namespace="5efcd340-967e-4347-8f9b-a43ad5d852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7a5a11-a510-4522-aeb9-ae801e6c6e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fe164b29-4069-4387-b6aa-f01f2a1f47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fcd340-967e-4347-8f9b-a43ad5d8521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5fab8b1-9998-4e93-aba0-103cb3f60332}" ma:internalName="TaxCatchAll" ma:showField="CatchAllData" ma:web="5efcd340-967e-4347-8f9b-a43ad5d852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B137A1C-4E8F-4072-9C07-E8DB8DE1422B}">
  <ds:schemaRefs>
    <ds:schemaRef ds:uri="5efcd340-967e-4347-8f9b-a43ad5d85211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elements/1.1/"/>
    <ds:schemaRef ds:uri="937a5a11-a510-4522-aeb9-ae801e6c6ee7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3B8FF37-B1FB-48A8-93E7-F62094E401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B31725-C4D0-4A68-ACA6-99F1ED3D01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7a5a11-a510-4522-aeb9-ae801e6c6ee7"/>
    <ds:schemaRef ds:uri="5efcd340-967e-4347-8f9b-a43ad5d852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</TotalTime>
  <Words>523</Words>
  <Application>Microsoft Office PowerPoint</Application>
  <PresentationFormat>Widescreen</PresentationFormat>
  <Paragraphs>80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1_Office Theme</vt:lpstr>
      <vt:lpstr>2_Office Theme</vt:lpstr>
      <vt:lpstr>3_Office Theme</vt:lpstr>
      <vt:lpstr>5_Office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Catherine Barrette</cp:lastModifiedBy>
  <cp:revision>20</cp:revision>
  <dcterms:created xsi:type="dcterms:W3CDTF">2020-12-14T15:29:46Z</dcterms:created>
  <dcterms:modified xsi:type="dcterms:W3CDTF">2025-09-26T14:24:05Z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2020-12-14T00:00:00Z</vt:filetime>
  </property>
  <property fmtid="{D5CDD505-2E9C-101B-9397-08002B2CF9AE}" pid="3" name="Creator">
    <vt:lpwstr>Adobe InDesign 16.0 (Macintosh)</vt:lpwstr>
  </property>
  <property fmtid="{D5CDD505-2E9C-101B-9397-08002B2CF9AE}" pid="4" name="LastSaved">
    <vt:filetime>2020-12-14T00:00:00Z</vt:filetime>
  </property>
  <property fmtid="{D5CDD505-2E9C-101B-9397-08002B2CF9AE}" pid="5" name="ContentTypeId">
    <vt:lpwstr>0x010100AC5A44A2E26F844D8622973673AD3409</vt:lpwstr>
  </property>
  <property fmtid="{D5CDD505-2E9C-101B-9397-08002B2CF9AE}" pid="6" name="Order">
    <vt:r8>1979300</vt:r8>
  </property>
  <property fmtid="{D5CDD505-2E9C-101B-9397-08002B2CF9AE}" pid="7" name="xd_Signature">
    <vt:bool>false</vt:bool>
  </property>
  <property fmtid="{D5CDD505-2E9C-101B-9397-08002B2CF9AE}" pid="8" name="SharedWithUsers">
    <vt:lpwstr>603;#Olivia Di Fiore;#581;#Jerusha Retnakanthan;#249;#Prathit Dave;#21;#Mary Giamos;#50;#Shelly Elsliger;#575;#Mollo Miller;#588;#Lisa Thomasos;#748;#Yoyo Eto;#582;#Karen Sung</vt:lpwstr>
  </property>
  <property fmtid="{D5CDD505-2E9C-101B-9397-08002B2CF9AE}" pid="9" name="xd_ProgID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  <property fmtid="{D5CDD505-2E9C-101B-9397-08002B2CF9AE}" pid="13" name="MediaServiceImageTags">
    <vt:lpwstr/>
  </property>
</Properties>
</file>